
<file path=[Content_Types].xml><?xml version="1.0" encoding="utf-8"?>
<Types xmlns="http://schemas.openxmlformats.org/package/2006/content-types">
  <Default Extension="bin" ContentType="image/unknown"/>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9144000" cy="5143500"/>
  <p:embeddedFontLst>
    <p:embeddedFont>
      <p:font typeface="Arvo" panose="020B0604020202020204" charset="0"/>
      <p:bold r:id="rId16"/>
    </p:embeddedFont>
    <p:embeddedFont>
      <p:font typeface="Courgette" panose="020B0604020202020204" charset="0"/>
      <p:regular r:id="rId17"/>
      <p:bold r:id="rId18"/>
    </p:embeddedFont>
    <p:embeddedFont>
      <p:font typeface="Lato" panose="020F0502020204030203" pitchFamily="34" charset="0"/>
      <p:regular r:id="rId19"/>
      <p:bold r:id="rId20"/>
      <p:italic r:id="rId21"/>
      <p:boldItalic r:id="rId22"/>
    </p:embeddedFont>
    <p:embeddedFont>
      <p:font typeface="Oregano" panose="020B0604020202020204" charset="0"/>
      <p:bold r:id="rId23"/>
    </p:embeddedFont>
    <p:embeddedFont>
      <p:font typeface="Roboto" panose="020B0604020202020204" pitchFamily="2" charset="0"/>
      <p:regular r:id="rId24"/>
      <p:bold r:id="rId25"/>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53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Picture Placeholder 856">
            <a:extLst>
              <a:ext uri="{C9EC5C83-F794-46AC-B7D7-5930694D40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DF9D383-D890-460D-B31A-C8BAF2274D95}"/>
              </a:ext>
            </a:extLst>
          </p:cNvPr>
          <p:cNvSpPr>
            <a:spLocks noGrp="1"/>
          </p:cNvSpPr>
          <p:nvPr>
            <p:ph type="pic"/>
          </p:nvPr>
        </p:nvSpPr>
        <p:spPr>
          <a:xfrm>
            <a:off x="0" y="0"/>
            <a:ext cx="9144000" cy="5143500"/>
          </a:xfrm>
          <a:custGeom>
            <a:avLst/>
            <a:gdLst/>
            <a:ahLst/>
            <a:cxnLst/>
            <a:rect l="0" t="0" r="r" b="b"/>
            <a:pathLst>
              <a:path w="12192000" h="6858000">
                <a:moveTo>
                  <a:pt x="4904151" y="1340161"/>
                </a:moveTo>
                <a:cubicBezTo>
                  <a:pt x="4796737" y="1340161"/>
                  <a:pt x="4695210" y="1396405"/>
                  <a:pt x="4633410" y="1490145"/>
                </a:cubicBezTo>
                <a:cubicBezTo>
                  <a:pt x="3498946" y="3229022"/>
                  <a:pt x="3498946" y="3229022"/>
                  <a:pt x="3498946" y="3229022"/>
                </a:cubicBezTo>
                <a:cubicBezTo>
                  <a:pt x="3420960" y="3349321"/>
                  <a:pt x="3420960" y="3508679"/>
                  <a:pt x="3498946" y="3628979"/>
                </a:cubicBezTo>
                <a:cubicBezTo>
                  <a:pt x="4633410" y="5367855"/>
                  <a:pt x="4633410" y="5367855"/>
                  <a:pt x="4633410" y="5367855"/>
                </a:cubicBezTo>
                <a:cubicBezTo>
                  <a:pt x="4695210" y="5461595"/>
                  <a:pt x="4796737" y="5517840"/>
                  <a:pt x="4904151" y="5517840"/>
                </a:cubicBezTo>
                <a:cubicBezTo>
                  <a:pt x="7286379" y="5517840"/>
                  <a:pt x="7286379" y="5517840"/>
                  <a:pt x="7286379" y="5517840"/>
                </a:cubicBezTo>
                <a:cubicBezTo>
                  <a:pt x="7393792" y="5517840"/>
                  <a:pt x="7495320" y="5461595"/>
                  <a:pt x="7557119" y="5367855"/>
                </a:cubicBezTo>
                <a:cubicBezTo>
                  <a:pt x="8691584" y="3628979"/>
                  <a:pt x="8691584" y="3628979"/>
                  <a:pt x="8691584" y="3628979"/>
                </a:cubicBezTo>
                <a:cubicBezTo>
                  <a:pt x="8771040" y="3508679"/>
                  <a:pt x="8771040" y="3349321"/>
                  <a:pt x="8691584" y="3229022"/>
                </a:cubicBezTo>
                <a:cubicBezTo>
                  <a:pt x="7557119" y="1490145"/>
                  <a:pt x="7557119" y="1490145"/>
                  <a:pt x="7557119" y="1490145"/>
                </a:cubicBezTo>
                <a:cubicBezTo>
                  <a:pt x="7495320" y="1396405"/>
                  <a:pt x="7393792" y="1340161"/>
                  <a:pt x="7286379" y="1340161"/>
                </a:cubicBezTo>
                <a:cubicBezTo>
                  <a:pt x="4904151" y="1340161"/>
                  <a:pt x="4904151" y="1340161"/>
                  <a:pt x="4904151" y="1340161"/>
                </a:cubicBezTo>
                <a:close/>
                <a:moveTo>
                  <a:pt x="0" y="0"/>
                </a:moveTo>
                <a:lnTo>
                  <a:pt x="12192000" y="0"/>
                </a:lnTo>
                <a:lnTo>
                  <a:pt x="12192000" y="6858000"/>
                </a:lnTo>
                <a:lnTo>
                  <a:pt x="0" y="6858000"/>
                </a:lnTo>
                <a:close/>
              </a:path>
            </a:pathLst>
          </a:custGeom>
          <a:noFill/>
        </p:spPr>
        <p:txBody>
          <a:bodyPr wrap="square" rtlCol="0" anchor="ctr">
            <a:noAutofit/>
          </a:bodyPr>
          <a:lstStyle>
            <a:lvl1pPr marL="0" lvl="0" indent="0" algn="l">
              <a:buNone/>
            </a:lvl1pPr>
          </a:lstStyle>
          <a:p>
            <a:endParaRPr lang="en-US" dirty="0"/>
          </a:p>
        </p:txBody>
      </p:sp>
      <p:sp>
        <p:nvSpPr>
          <p:cNvPr id="3" name="Title 1">
            <a:extLst>
              <a:ext uri="{51DD581D-4EE1-4239-B84A-0E8F1E9503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7FB957-7933-4937-BC26-684E13644F2A}"/>
              </a:ext>
            </a:extLst>
          </p:cNvPr>
          <p:cNvSpPr>
            <a:spLocks noGrp="1"/>
          </p:cNvSpPr>
          <p:nvPr userDrawn="1">
            <p:ph type="title" idx="1"/>
          </p:nvPr>
        </p:nvSpPr>
        <p:spPr>
          <a:xfrm>
            <a:off x="3075215" y="1101285"/>
            <a:ext cx="2993571" cy="1587487"/>
          </a:xfrm>
        </p:spPr>
        <p:txBody>
          <a:bodyPr rtlCol="0" anchor="b">
            <a:normAutofit/>
          </a:bodyPr>
          <a:lstStyle>
            <a:lvl1pPr lvl="0" algn="ctr">
              <a:lnSpc>
                <a:spcPct val="100000"/>
              </a:lnSpc>
              <a:defRPr lang="en-US" sz="4400" dirty="0">
                <a:solidFill>
                  <a:schemeClr val="tx2"/>
                </a:solidFill>
              </a:defRPr>
            </a:lvl1pPr>
          </a:lstStyle>
          <a:p>
            <a:r>
              <a:rPr lang="en-US" dirty="0"/>
              <a:t>Our Vacation</a:t>
            </a:r>
          </a:p>
        </p:txBody>
      </p:sp>
      <p:sp>
        <p:nvSpPr>
          <p:cNvPr id="4" name="Subtitle 2">
            <a:extLst>
              <a:ext uri="{169D8016-1715-4F1C-B045-85DA1ABB1C5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03058B9-3491-4F3E-BC56-23A3250E74A4}"/>
              </a:ext>
            </a:extLst>
          </p:cNvPr>
          <p:cNvSpPr>
            <a:spLocks noGrp="1"/>
          </p:cNvSpPr>
          <p:nvPr userDrawn="1">
            <p:ph type="subTitle" idx="2"/>
          </p:nvPr>
        </p:nvSpPr>
        <p:spPr>
          <a:xfrm>
            <a:off x="3483768" y="3013301"/>
            <a:ext cx="2176464" cy="756557"/>
          </a:xfrm>
        </p:spPr>
        <p:txBody>
          <a:bodyPr rtlCol="0" anchor="ctr">
            <a:normAutofit/>
          </a:bodyPr>
          <a:lstStyle>
            <a:lvl1pPr marL="0" lvl="0" indent="0" algn="ctr">
              <a:lnSpc>
                <a:spcPct val="100000"/>
              </a:lnSpc>
              <a:buNone/>
              <a:defRPr lang="en-US" sz="1600" dirty="0">
                <a:solidFill>
                  <a:schemeClr val="accent6"/>
                </a:solidFill>
              </a:defRPr>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[Date]</a:t>
            </a:r>
          </a:p>
          <a:p>
            <a:r>
              <a:rPr lang="en-US" dirty="0"/>
              <a:t>[Location]</a:t>
            </a:r>
          </a:p>
        </p:txBody>
      </p:sp>
      <p:cxnSp>
        <p:nvCxnSpPr>
          <p:cNvPr id="5" name="Straight Connector 858">
            <a:extLst>
              <a:ext uri="{E3E07AB2-9CDF-4DEF-AC58-BECF29BB196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48D20ED-8C3F-472C-B175-35BA9B2E3B55}"/>
              </a:ext>
            </a:extLst>
          </p:cNvPr>
          <p:cNvCxnSpPr/>
          <p:nvPr/>
        </p:nvCxnSpPr>
        <p:spPr>
          <a:xfrm>
            <a:off x="3483768" y="2834367"/>
            <a:ext cx="2225789" cy="0"/>
          </a:xfrm>
          <a:prstGeom prst="line">
            <a:avLst/>
          </a:prstGeom>
          <a:ln w="50800"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6" name="Freeform: Shape 871">
            <a:extLst>
              <a:ext uri="{32D58AD4-8777-407D-907C-2EB00C84C1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D9AB02C-7A0F-49DA-9528-576AA3D8F908}"/>
              </a:ext>
            </a:extLst>
          </p:cNvPr>
          <p:cNvSpPr/>
          <p:nvPr userDrawn="1"/>
        </p:nvSpPr>
        <p:spPr>
          <a:xfrm>
            <a:off x="6068786" y="2466621"/>
            <a:ext cx="1672400" cy="2665818"/>
          </a:xfrm>
          <a:custGeom>
            <a:avLst/>
            <a:gdLst/>
            <a:ahLst/>
            <a:cxnLst/>
            <a:rect l="0" t="0" r="r" b="b"/>
            <a:pathLst>
              <a:path w="2229867" h="3554424">
                <a:moveTo>
                  <a:pt x="2229867" y="0"/>
                </a:moveTo>
                <a:cubicBezTo>
                  <a:pt x="1502859" y="700597"/>
                  <a:pt x="775851" y="1401195"/>
                  <a:pt x="404206" y="1993599"/>
                </a:cubicBezTo>
                <a:cubicBezTo>
                  <a:pt x="32561" y="2586002"/>
                  <a:pt x="16281" y="3070213"/>
                  <a:pt x="0" y="3554424"/>
                </a:cubicBezTo>
              </a:path>
            </a:pathLst>
          </a:custGeom>
          <a:noFill/>
          <a:ln w="50800" cap="rnd">
            <a:solidFill>
              <a:schemeClr val="bg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20">
            <a:extLst>
              <a:ext uri="{71BD9C24-D62F-4B54-8D4B-0CBB3C6676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23DADE8-1345-4D0A-B98D-560F8BB93FD0}"/>
              </a:ext>
            </a:extLst>
          </p:cNvPr>
          <p:cNvGrpSpPr>
            <a:grpSpLocks noChangeAspect="1"/>
          </p:cNvGrpSpPr>
          <p:nvPr/>
        </p:nvGrpSpPr>
        <p:grpSpPr>
          <a:xfrm rot="18900000">
            <a:off x="7661234" y="1689693"/>
            <a:ext cx="946966" cy="803123"/>
            <a:chOff x="3758" y="1538"/>
            <a:chExt cx="553" cy="469"/>
          </a:xfrm>
          <a:solidFill>
            <a:schemeClr val="bg1"/>
          </a:solidFill>
        </p:grpSpPr>
        <p:sp>
          <p:nvSpPr>
            <p:cNvPr id="8" name="Freeform 21">
              <a:extLst>
                <a:ext uri="{82403024-0907-4899-B8DD-43D3844F3C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DDAFC77-2770-4DDA-A60B-48D8DEB90F9D}"/>
                </a:ext>
              </a:extLst>
            </p:cNvPr>
            <p:cNvSpPr/>
            <p:nvPr/>
          </p:nvSpPr>
          <p:spPr>
            <a:xfrm>
              <a:off x="3821" y="1538"/>
              <a:ext cx="490" cy="469"/>
            </a:xfrm>
            <a:custGeom>
              <a:avLst/>
              <a:gdLst/>
              <a:ahLst/>
              <a:cxnLst/>
              <a:rect l="0" t="0" r="r" b="b"/>
              <a:pathLst>
                <a:path w="490" h="469">
                  <a:moveTo>
                    <a:pt x="446" y="191"/>
                  </a:moveTo>
                  <a:cubicBezTo>
                    <a:pt x="334" y="191"/>
                    <a:pt x="334" y="191"/>
                    <a:pt x="334" y="191"/>
                  </a:cubicBezTo>
                  <a:cubicBezTo>
                    <a:pt x="212" y="4"/>
                    <a:pt x="212" y="4"/>
                    <a:pt x="212" y="4"/>
                  </a:cubicBezTo>
                  <a:cubicBezTo>
                    <a:pt x="211" y="2"/>
                    <a:pt x="208" y="0"/>
                    <a:pt x="204" y="0"/>
                  </a:cubicBezTo>
                  <a:cubicBezTo>
                    <a:pt x="145" y="0"/>
                    <a:pt x="145" y="0"/>
                    <a:pt x="145" y="0"/>
                  </a:cubicBezTo>
                  <a:cubicBezTo>
                    <a:pt x="142" y="0"/>
                    <a:pt x="139" y="1"/>
                    <a:pt x="137" y="4"/>
                  </a:cubicBezTo>
                  <a:cubicBezTo>
                    <a:pt x="135" y="6"/>
                    <a:pt x="135" y="9"/>
                    <a:pt x="136" y="12"/>
                  </a:cubicBezTo>
                  <a:cubicBezTo>
                    <a:pt x="188" y="191"/>
                    <a:pt x="188" y="191"/>
                    <a:pt x="188" y="191"/>
                  </a:cubicBezTo>
                  <a:cubicBezTo>
                    <a:pt x="99" y="191"/>
                    <a:pt x="99" y="191"/>
                    <a:pt x="99" y="191"/>
                  </a:cubicBezTo>
                  <a:cubicBezTo>
                    <a:pt x="57" y="140"/>
                    <a:pt x="57" y="140"/>
                    <a:pt x="57" y="140"/>
                  </a:cubicBezTo>
                  <a:cubicBezTo>
                    <a:pt x="56" y="137"/>
                    <a:pt x="53" y="136"/>
                    <a:pt x="50" y="136"/>
                  </a:cubicBezTo>
                  <a:cubicBezTo>
                    <a:pt x="10" y="136"/>
                    <a:pt x="10" y="136"/>
                    <a:pt x="10" y="136"/>
                  </a:cubicBezTo>
                  <a:cubicBezTo>
                    <a:pt x="7" y="136"/>
                    <a:pt x="4" y="138"/>
                    <a:pt x="2" y="140"/>
                  </a:cubicBezTo>
                  <a:cubicBezTo>
                    <a:pt x="0" y="143"/>
                    <a:pt x="0" y="146"/>
                    <a:pt x="1" y="149"/>
                  </a:cubicBezTo>
                  <a:cubicBezTo>
                    <a:pt x="24" y="222"/>
                    <a:pt x="24" y="222"/>
                    <a:pt x="24" y="222"/>
                  </a:cubicBezTo>
                  <a:cubicBezTo>
                    <a:pt x="23" y="226"/>
                    <a:pt x="23" y="230"/>
                    <a:pt x="23" y="235"/>
                  </a:cubicBezTo>
                  <a:cubicBezTo>
                    <a:pt x="23" y="239"/>
                    <a:pt x="23" y="244"/>
                    <a:pt x="25" y="248"/>
                  </a:cubicBezTo>
                  <a:cubicBezTo>
                    <a:pt x="1" y="322"/>
                    <a:pt x="1" y="322"/>
                    <a:pt x="1" y="322"/>
                  </a:cubicBezTo>
                  <a:cubicBezTo>
                    <a:pt x="0" y="325"/>
                    <a:pt x="0" y="328"/>
                    <a:pt x="2" y="331"/>
                  </a:cubicBezTo>
                  <a:cubicBezTo>
                    <a:pt x="4" y="333"/>
                    <a:pt x="7" y="335"/>
                    <a:pt x="10" y="335"/>
                  </a:cubicBezTo>
                  <a:cubicBezTo>
                    <a:pt x="50" y="335"/>
                    <a:pt x="50" y="335"/>
                    <a:pt x="50" y="335"/>
                  </a:cubicBezTo>
                  <a:cubicBezTo>
                    <a:pt x="53" y="335"/>
                    <a:pt x="56" y="333"/>
                    <a:pt x="57" y="331"/>
                  </a:cubicBezTo>
                  <a:cubicBezTo>
                    <a:pt x="101" y="278"/>
                    <a:pt x="101" y="278"/>
                    <a:pt x="101" y="278"/>
                  </a:cubicBezTo>
                  <a:cubicBezTo>
                    <a:pt x="188" y="278"/>
                    <a:pt x="188" y="278"/>
                    <a:pt x="188" y="278"/>
                  </a:cubicBezTo>
                  <a:cubicBezTo>
                    <a:pt x="136" y="457"/>
                    <a:pt x="136" y="457"/>
                    <a:pt x="136" y="457"/>
                  </a:cubicBezTo>
                  <a:cubicBezTo>
                    <a:pt x="135" y="460"/>
                    <a:pt x="135" y="463"/>
                    <a:pt x="137" y="465"/>
                  </a:cubicBezTo>
                  <a:cubicBezTo>
                    <a:pt x="139" y="468"/>
                    <a:pt x="142" y="469"/>
                    <a:pt x="145" y="469"/>
                  </a:cubicBezTo>
                  <a:cubicBezTo>
                    <a:pt x="204" y="469"/>
                    <a:pt x="204" y="469"/>
                    <a:pt x="204" y="469"/>
                  </a:cubicBezTo>
                  <a:cubicBezTo>
                    <a:pt x="208" y="469"/>
                    <a:pt x="211" y="467"/>
                    <a:pt x="212" y="465"/>
                  </a:cubicBezTo>
                  <a:cubicBezTo>
                    <a:pt x="334" y="278"/>
                    <a:pt x="334" y="278"/>
                    <a:pt x="334" y="278"/>
                  </a:cubicBezTo>
                  <a:cubicBezTo>
                    <a:pt x="446" y="278"/>
                    <a:pt x="446" y="278"/>
                    <a:pt x="446" y="278"/>
                  </a:cubicBezTo>
                  <a:cubicBezTo>
                    <a:pt x="470" y="278"/>
                    <a:pt x="490" y="258"/>
                    <a:pt x="490" y="235"/>
                  </a:cubicBezTo>
                  <a:cubicBezTo>
                    <a:pt x="490" y="211"/>
                    <a:pt x="470" y="191"/>
                    <a:pt x="446" y="191"/>
                  </a:cubicBezTo>
                  <a:close/>
                  <a:moveTo>
                    <a:pt x="158" y="19"/>
                  </a:moveTo>
                  <a:cubicBezTo>
                    <a:pt x="199" y="19"/>
                    <a:pt x="199" y="19"/>
                    <a:pt x="199" y="19"/>
                  </a:cubicBezTo>
                  <a:cubicBezTo>
                    <a:pt x="311" y="191"/>
                    <a:pt x="311" y="191"/>
                    <a:pt x="311" y="191"/>
                  </a:cubicBezTo>
                  <a:cubicBezTo>
                    <a:pt x="208" y="191"/>
                    <a:pt x="208" y="191"/>
                    <a:pt x="208" y="191"/>
                  </a:cubicBezTo>
                  <a:lnTo>
                    <a:pt x="158" y="19"/>
                  </a:lnTo>
                  <a:close/>
                  <a:moveTo>
                    <a:pt x="45" y="155"/>
                  </a:moveTo>
                  <a:cubicBezTo>
                    <a:pt x="74" y="191"/>
                    <a:pt x="74" y="191"/>
                    <a:pt x="74" y="191"/>
                  </a:cubicBezTo>
                  <a:cubicBezTo>
                    <a:pt x="66" y="191"/>
                    <a:pt x="66" y="191"/>
                    <a:pt x="66" y="191"/>
                  </a:cubicBezTo>
                  <a:cubicBezTo>
                    <a:pt x="55" y="191"/>
                    <a:pt x="45" y="195"/>
                    <a:pt x="38" y="202"/>
                  </a:cubicBezTo>
                  <a:cubicBezTo>
                    <a:pt x="23" y="155"/>
                    <a:pt x="23" y="155"/>
                    <a:pt x="23" y="155"/>
                  </a:cubicBezTo>
                  <a:lnTo>
                    <a:pt x="45" y="155"/>
                  </a:lnTo>
                  <a:close/>
                  <a:moveTo>
                    <a:pt x="45" y="316"/>
                  </a:moveTo>
                  <a:cubicBezTo>
                    <a:pt x="23" y="316"/>
                    <a:pt x="23" y="316"/>
                    <a:pt x="23" y="316"/>
                  </a:cubicBezTo>
                  <a:cubicBezTo>
                    <a:pt x="38" y="268"/>
                    <a:pt x="38" y="268"/>
                    <a:pt x="38" y="268"/>
                  </a:cubicBezTo>
                  <a:cubicBezTo>
                    <a:pt x="46" y="274"/>
                    <a:pt x="56" y="278"/>
                    <a:pt x="66" y="278"/>
                  </a:cubicBezTo>
                  <a:cubicBezTo>
                    <a:pt x="76" y="278"/>
                    <a:pt x="76" y="278"/>
                    <a:pt x="76" y="278"/>
                  </a:cubicBezTo>
                  <a:lnTo>
                    <a:pt x="45" y="316"/>
                  </a:lnTo>
                  <a:close/>
                  <a:moveTo>
                    <a:pt x="199" y="450"/>
                  </a:moveTo>
                  <a:cubicBezTo>
                    <a:pt x="158" y="450"/>
                    <a:pt x="158" y="450"/>
                    <a:pt x="158" y="450"/>
                  </a:cubicBezTo>
                  <a:cubicBezTo>
                    <a:pt x="208" y="278"/>
                    <a:pt x="208" y="278"/>
                    <a:pt x="208" y="278"/>
                  </a:cubicBezTo>
                  <a:cubicBezTo>
                    <a:pt x="311" y="278"/>
                    <a:pt x="311" y="278"/>
                    <a:pt x="311" y="278"/>
                  </a:cubicBezTo>
                  <a:lnTo>
                    <a:pt x="199" y="450"/>
                  </a:lnTo>
                  <a:close/>
                  <a:moveTo>
                    <a:pt x="446" y="259"/>
                  </a:moveTo>
                  <a:cubicBezTo>
                    <a:pt x="202" y="259"/>
                    <a:pt x="202" y="259"/>
                    <a:pt x="202" y="259"/>
                  </a:cubicBezTo>
                  <a:cubicBezTo>
                    <a:pt x="201" y="259"/>
                    <a:pt x="201" y="259"/>
                    <a:pt x="201" y="259"/>
                  </a:cubicBezTo>
                  <a:cubicBezTo>
                    <a:pt x="66" y="259"/>
                    <a:pt x="66" y="259"/>
                    <a:pt x="66" y="259"/>
                  </a:cubicBezTo>
                  <a:cubicBezTo>
                    <a:pt x="53" y="259"/>
                    <a:pt x="42" y="248"/>
                    <a:pt x="42" y="235"/>
                  </a:cubicBezTo>
                  <a:cubicBezTo>
                    <a:pt x="42" y="232"/>
                    <a:pt x="42" y="229"/>
                    <a:pt x="43" y="227"/>
                  </a:cubicBezTo>
                  <a:cubicBezTo>
                    <a:pt x="43" y="226"/>
                    <a:pt x="44" y="225"/>
                    <a:pt x="44" y="225"/>
                  </a:cubicBezTo>
                  <a:cubicBezTo>
                    <a:pt x="48" y="216"/>
                    <a:pt x="56" y="210"/>
                    <a:pt x="66" y="210"/>
                  </a:cubicBezTo>
                  <a:cubicBezTo>
                    <a:pt x="446" y="210"/>
                    <a:pt x="446" y="210"/>
                    <a:pt x="446" y="210"/>
                  </a:cubicBezTo>
                  <a:cubicBezTo>
                    <a:pt x="460" y="210"/>
                    <a:pt x="471" y="221"/>
                    <a:pt x="471" y="235"/>
                  </a:cubicBezTo>
                  <a:cubicBezTo>
                    <a:pt x="471" y="248"/>
                    <a:pt x="460" y="259"/>
                    <a:pt x="446" y="259"/>
                  </a:cubicBezTo>
                  <a:close/>
                </a:path>
              </a:pathLst>
            </a:custGeom>
            <a:grpFill/>
            <a:ln>
              <a:noFill/>
            </a:ln>
          </p:spPr>
          <p:txBody>
            <a:bodyPr vert="horz" wrap="square" lIns="91440" tIns="45720" rIns="91440" bIns="45720" numCol="1" rtlCol="0" anchor="t"/>
            <a:lstStyle/>
            <a:p>
              <a:endParaRPr lang="en-US" dirty="0"/>
            </a:p>
          </p:txBody>
        </p:sp>
        <p:sp>
          <p:nvSpPr>
            <p:cNvPr id="9" name="Freeform 22">
              <a:extLst>
                <a:ext uri="{BE0F79DF-78D2-49CA-8BB7-F15E524A57C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9AD050A-2FD5-4592-9698-5FBAEFF2307B}"/>
                </a:ext>
              </a:extLst>
            </p:cNvPr>
            <p:cNvSpPr/>
            <p:nvPr/>
          </p:nvSpPr>
          <p:spPr>
            <a:xfrm>
              <a:off x="4261" y="1756"/>
              <a:ext cx="14" cy="32"/>
            </a:xfrm>
            <a:custGeom>
              <a:avLst/>
              <a:gdLst/>
              <a:ahLst/>
              <a:cxnLst/>
              <a:rect l="0" t="0" r="r" b="b"/>
              <a:pathLst>
                <a:path w="14" h="33">
                  <a:moveTo>
                    <a:pt x="0" y="0"/>
                  </a:moveTo>
                  <a:cubicBezTo>
                    <a:pt x="0" y="33"/>
                    <a:pt x="0" y="33"/>
                    <a:pt x="0" y="33"/>
                  </a:cubicBezTo>
                  <a:cubicBezTo>
                    <a:pt x="8" y="31"/>
                    <a:pt x="14" y="25"/>
                    <a:pt x="14" y="16"/>
                  </a:cubicBezTo>
                  <a:cubicBezTo>
                    <a:pt x="14" y="8"/>
                    <a:pt x="8" y="2"/>
                    <a:pt x="0" y="0"/>
                  </a:cubicBezTo>
                  <a:close/>
                </a:path>
              </a:pathLst>
            </a:custGeom>
            <a:grpFill/>
            <a:ln>
              <a:noFill/>
            </a:ln>
          </p:spPr>
          <p:txBody>
            <a:bodyPr vert="horz" wrap="square" lIns="91440" tIns="45720" rIns="91440" bIns="45720" numCol="1" rtlCol="0" anchor="t"/>
            <a:lstStyle/>
            <a:p>
              <a:endParaRPr lang="en-US" dirty="0"/>
            </a:p>
          </p:txBody>
        </p:sp>
        <p:sp>
          <p:nvSpPr>
            <p:cNvPr id="10" name="Freeform 23">
              <a:extLst>
                <a:ext uri="{F9E37A31-C66C-4FF9-9583-6CCB4E0A0B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B7BDB4B-DEAB-43DF-B365-68B4EC0CEB46}"/>
                </a:ext>
              </a:extLst>
            </p:cNvPr>
            <p:cNvSpPr/>
            <p:nvPr/>
          </p:nvSpPr>
          <p:spPr>
            <a:xfrm>
              <a:off x="3822" y="1538"/>
              <a:ext cx="118" cy="19"/>
            </a:xfrm>
            <a:custGeom>
              <a:avLst/>
              <a:gdLst/>
              <a:ahLst/>
              <a:cxnLst/>
              <a:rect l="0" t="0" r="r" b="b"/>
              <a:pathLst>
                <a:path w="118" h="19">
                  <a:moveTo>
                    <a:pt x="10" y="19"/>
                  </a:moveTo>
                  <a:cubicBezTo>
                    <a:pt x="109" y="19"/>
                    <a:pt x="109" y="19"/>
                    <a:pt x="109" y="19"/>
                  </a:cubicBezTo>
                  <a:cubicBezTo>
                    <a:pt x="114" y="19"/>
                    <a:pt x="118" y="15"/>
                    <a:pt x="118" y="9"/>
                  </a:cubicBezTo>
                  <a:cubicBezTo>
                    <a:pt x="118" y="4"/>
                    <a:pt x="114" y="0"/>
                    <a:pt x="109" y="0"/>
                  </a:cubicBezTo>
                  <a:cubicBezTo>
                    <a:pt x="10" y="0"/>
                    <a:pt x="10" y="0"/>
                    <a:pt x="10" y="0"/>
                  </a:cubicBezTo>
                  <a:cubicBezTo>
                    <a:pt x="5" y="0"/>
                    <a:pt x="0" y="4"/>
                    <a:pt x="0" y="9"/>
                  </a:cubicBezTo>
                  <a:cubicBezTo>
                    <a:pt x="0" y="15"/>
                    <a:pt x="5" y="19"/>
                    <a:pt x="10" y="19"/>
                  </a:cubicBezTo>
                  <a:close/>
                </a:path>
              </a:pathLst>
            </a:custGeom>
            <a:grpFill/>
            <a:ln>
              <a:noFill/>
            </a:ln>
          </p:spPr>
          <p:txBody>
            <a:bodyPr vert="horz" wrap="square" lIns="91440" tIns="45720" rIns="91440" bIns="45720" numCol="1" rtlCol="0" anchor="t"/>
            <a:lstStyle/>
            <a:p>
              <a:endParaRPr lang="en-US" dirty="0"/>
            </a:p>
          </p:txBody>
        </p:sp>
        <p:sp>
          <p:nvSpPr>
            <p:cNvPr id="11" name="Freeform 24">
              <a:extLst>
                <a:ext uri="{6D209099-C56F-4BEE-9E06-BF7AFA6D34B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7FF5FB3-FA04-4302-9502-CA38672A1267}"/>
                </a:ext>
              </a:extLst>
            </p:cNvPr>
            <p:cNvSpPr/>
            <p:nvPr/>
          </p:nvSpPr>
          <p:spPr>
            <a:xfrm>
              <a:off x="3889" y="1593"/>
              <a:ext cx="65" cy="20"/>
            </a:xfrm>
            <a:custGeom>
              <a:avLst/>
              <a:gdLst/>
              <a:ahLst/>
              <a:cxnLst/>
              <a:rect l="0" t="0" r="r" b="b"/>
              <a:pathLst>
                <a:path w="66" h="20">
                  <a:moveTo>
                    <a:pt x="0" y="10"/>
                  </a:moveTo>
                  <a:cubicBezTo>
                    <a:pt x="0" y="16"/>
                    <a:pt x="4" y="20"/>
                    <a:pt x="10" y="20"/>
                  </a:cubicBezTo>
                  <a:cubicBezTo>
                    <a:pt x="56" y="20"/>
                    <a:pt x="56" y="20"/>
                    <a:pt x="56" y="20"/>
                  </a:cubicBezTo>
                  <a:cubicBezTo>
                    <a:pt x="62" y="20"/>
                    <a:pt x="66" y="16"/>
                    <a:pt x="66" y="10"/>
                  </a:cubicBezTo>
                  <a:cubicBezTo>
                    <a:pt x="66" y="4"/>
                    <a:pt x="62" y="0"/>
                    <a:pt x="56" y="0"/>
                  </a:cubicBezTo>
                  <a:cubicBezTo>
                    <a:pt x="10" y="0"/>
                    <a:pt x="10" y="0"/>
                    <a:pt x="10" y="0"/>
                  </a:cubicBezTo>
                  <a:cubicBezTo>
                    <a:pt x="4" y="0"/>
                    <a:pt x="0" y="4"/>
                    <a:pt x="0" y="10"/>
                  </a:cubicBezTo>
                  <a:close/>
                </a:path>
              </a:pathLst>
            </a:custGeom>
            <a:grpFill/>
            <a:ln>
              <a:noFill/>
            </a:ln>
          </p:spPr>
          <p:txBody>
            <a:bodyPr vert="horz" wrap="square" lIns="91440" tIns="45720" rIns="91440" bIns="45720" numCol="1" rtlCol="0" anchor="t"/>
            <a:lstStyle/>
            <a:p>
              <a:endParaRPr lang="en-US" dirty="0"/>
            </a:p>
          </p:txBody>
        </p:sp>
        <p:sp>
          <p:nvSpPr>
            <p:cNvPr id="12" name="Freeform 25">
              <a:extLst>
                <a:ext uri="{1FA52AE2-8DD8-4343-B15A-B09594366F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AD5F4F9-6113-4347-832C-BD4342360C0B}"/>
                </a:ext>
              </a:extLst>
            </p:cNvPr>
            <p:cNvSpPr/>
            <p:nvPr/>
          </p:nvSpPr>
          <p:spPr>
            <a:xfrm>
              <a:off x="3758" y="1593"/>
              <a:ext cx="118" cy="20"/>
            </a:xfrm>
            <a:custGeom>
              <a:avLst/>
              <a:gdLst/>
              <a:ahLst/>
              <a:cxnLst/>
              <a:rect l="0" t="0" r="r" b="b"/>
              <a:pathLst>
                <a:path w="118" h="20">
                  <a:moveTo>
                    <a:pt x="10" y="20"/>
                  </a:moveTo>
                  <a:cubicBezTo>
                    <a:pt x="108" y="20"/>
                    <a:pt x="108" y="20"/>
                    <a:pt x="108" y="20"/>
                  </a:cubicBezTo>
                  <a:cubicBezTo>
                    <a:pt x="114" y="20"/>
                    <a:pt x="118" y="16"/>
                    <a:pt x="118" y="10"/>
                  </a:cubicBezTo>
                  <a:cubicBezTo>
                    <a:pt x="118" y="4"/>
                    <a:pt x="114" y="0"/>
                    <a:pt x="108" y="0"/>
                  </a:cubicBezTo>
                  <a:cubicBezTo>
                    <a:pt x="10" y="0"/>
                    <a:pt x="10" y="0"/>
                    <a:pt x="10" y="0"/>
                  </a:cubicBezTo>
                  <a:cubicBezTo>
                    <a:pt x="5" y="0"/>
                    <a:pt x="0" y="4"/>
                    <a:pt x="0" y="10"/>
                  </a:cubicBezTo>
                  <a:cubicBezTo>
                    <a:pt x="0" y="16"/>
                    <a:pt x="5" y="20"/>
                    <a:pt x="10" y="20"/>
                  </a:cubicBezTo>
                  <a:close/>
                </a:path>
              </a:pathLst>
            </a:custGeom>
            <a:grpFill/>
            <a:ln>
              <a:noFill/>
            </a:ln>
          </p:spPr>
          <p:txBody>
            <a:bodyPr vert="horz" wrap="square" lIns="91440" tIns="45720" rIns="91440" bIns="45720" numCol="1" rtlCol="0" anchor="t"/>
            <a:lstStyle/>
            <a:p>
              <a:endParaRPr lang="en-US" dirty="0"/>
            </a:p>
          </p:txBody>
        </p:sp>
        <p:sp>
          <p:nvSpPr>
            <p:cNvPr id="13" name="Freeform 26">
              <a:extLst>
                <a:ext uri="{4A530C15-E3A8-4805-9A5E-8AD015E0E60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8646E81-6E9C-471A-A424-9D9919F32946}"/>
                </a:ext>
              </a:extLst>
            </p:cNvPr>
            <p:cNvSpPr/>
            <p:nvPr/>
          </p:nvSpPr>
          <p:spPr>
            <a:xfrm>
              <a:off x="3822" y="1988"/>
              <a:ext cx="118" cy="19"/>
            </a:xfrm>
            <a:custGeom>
              <a:avLst/>
              <a:gdLst/>
              <a:ahLst/>
              <a:cxnLst/>
              <a:rect l="0" t="0" r="r" b="b"/>
              <a:pathLst>
                <a:path w="118" h="19">
                  <a:moveTo>
                    <a:pt x="109" y="0"/>
                  </a:moveTo>
                  <a:cubicBezTo>
                    <a:pt x="10" y="0"/>
                    <a:pt x="10" y="0"/>
                    <a:pt x="10" y="0"/>
                  </a:cubicBezTo>
                  <a:cubicBezTo>
                    <a:pt x="5" y="0"/>
                    <a:pt x="0" y="4"/>
                    <a:pt x="0" y="10"/>
                  </a:cubicBezTo>
                  <a:cubicBezTo>
                    <a:pt x="0" y="15"/>
                    <a:pt x="5" y="19"/>
                    <a:pt x="10" y="19"/>
                  </a:cubicBezTo>
                  <a:cubicBezTo>
                    <a:pt x="109" y="19"/>
                    <a:pt x="109" y="19"/>
                    <a:pt x="109" y="19"/>
                  </a:cubicBezTo>
                  <a:cubicBezTo>
                    <a:pt x="114" y="19"/>
                    <a:pt x="118" y="15"/>
                    <a:pt x="118" y="10"/>
                  </a:cubicBezTo>
                  <a:cubicBezTo>
                    <a:pt x="118" y="4"/>
                    <a:pt x="114" y="0"/>
                    <a:pt x="109" y="0"/>
                  </a:cubicBezTo>
                  <a:close/>
                </a:path>
              </a:pathLst>
            </a:custGeom>
            <a:grpFill/>
            <a:ln>
              <a:noFill/>
            </a:ln>
          </p:spPr>
          <p:txBody>
            <a:bodyPr vert="horz" wrap="square" lIns="91440" tIns="45720" rIns="91440" bIns="45720" numCol="1" rtlCol="0" anchor="t"/>
            <a:lstStyle/>
            <a:p>
              <a:endParaRPr lang="en-US" dirty="0"/>
            </a:p>
          </p:txBody>
        </p:sp>
        <p:sp>
          <p:nvSpPr>
            <p:cNvPr id="14" name="Freeform 27">
              <a:extLst>
                <a:ext uri="{8015CD20-72C8-4EA2-B54B-C74D5C7AF9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F4EEEB-1720-4BED-8A37-7FF00A24F49C}"/>
                </a:ext>
              </a:extLst>
            </p:cNvPr>
            <p:cNvSpPr/>
            <p:nvPr/>
          </p:nvSpPr>
          <p:spPr>
            <a:xfrm>
              <a:off x="3889" y="1931"/>
              <a:ext cx="65" cy="20"/>
            </a:xfrm>
            <a:custGeom>
              <a:avLst/>
              <a:gdLst/>
              <a:ahLst/>
              <a:cxnLst/>
              <a:rect l="0" t="0" r="r" b="b"/>
              <a:pathLst>
                <a:path w="66" h="20">
                  <a:moveTo>
                    <a:pt x="56" y="0"/>
                  </a:moveTo>
                  <a:cubicBezTo>
                    <a:pt x="10" y="0"/>
                    <a:pt x="10" y="0"/>
                    <a:pt x="10" y="0"/>
                  </a:cubicBezTo>
                  <a:cubicBezTo>
                    <a:pt x="4" y="0"/>
                    <a:pt x="0" y="4"/>
                    <a:pt x="0" y="10"/>
                  </a:cubicBezTo>
                  <a:cubicBezTo>
                    <a:pt x="0" y="16"/>
                    <a:pt x="4" y="20"/>
                    <a:pt x="10" y="20"/>
                  </a:cubicBezTo>
                  <a:cubicBezTo>
                    <a:pt x="56" y="20"/>
                    <a:pt x="56" y="20"/>
                    <a:pt x="56" y="20"/>
                  </a:cubicBezTo>
                  <a:cubicBezTo>
                    <a:pt x="62" y="20"/>
                    <a:pt x="66" y="16"/>
                    <a:pt x="66" y="10"/>
                  </a:cubicBezTo>
                  <a:cubicBezTo>
                    <a:pt x="66" y="4"/>
                    <a:pt x="62" y="0"/>
                    <a:pt x="56" y="0"/>
                  </a:cubicBezTo>
                  <a:close/>
                </a:path>
              </a:pathLst>
            </a:custGeom>
            <a:grpFill/>
            <a:ln>
              <a:noFill/>
            </a:ln>
          </p:spPr>
          <p:txBody>
            <a:bodyPr vert="horz" wrap="square" lIns="91440" tIns="45720" rIns="91440" bIns="45720" numCol="1" rtlCol="0" anchor="t"/>
            <a:lstStyle/>
            <a:p>
              <a:endParaRPr lang="en-US" dirty="0"/>
            </a:p>
          </p:txBody>
        </p:sp>
        <p:sp>
          <p:nvSpPr>
            <p:cNvPr id="15" name="Freeform 28">
              <a:extLst>
                <a:ext uri="{CFDC5A82-E7C7-40DA-9DFD-1F8B955A5BA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345273-C5A9-4E39-A6F6-EA82EF328C29}"/>
                </a:ext>
              </a:extLst>
            </p:cNvPr>
            <p:cNvSpPr/>
            <p:nvPr/>
          </p:nvSpPr>
          <p:spPr>
            <a:xfrm>
              <a:off x="3758" y="1931"/>
              <a:ext cx="118" cy="20"/>
            </a:xfrm>
            <a:custGeom>
              <a:avLst/>
              <a:gdLst/>
              <a:ahLst/>
              <a:cxnLst/>
              <a:rect l="0" t="0" r="r" b="b"/>
              <a:pathLst>
                <a:path w="118" h="20">
                  <a:moveTo>
                    <a:pt x="118" y="10"/>
                  </a:moveTo>
                  <a:cubicBezTo>
                    <a:pt x="118" y="4"/>
                    <a:pt x="114" y="0"/>
                    <a:pt x="108" y="0"/>
                  </a:cubicBezTo>
                  <a:cubicBezTo>
                    <a:pt x="10" y="0"/>
                    <a:pt x="10" y="0"/>
                    <a:pt x="10" y="0"/>
                  </a:cubicBezTo>
                  <a:cubicBezTo>
                    <a:pt x="5" y="0"/>
                    <a:pt x="0" y="4"/>
                    <a:pt x="0" y="10"/>
                  </a:cubicBezTo>
                  <a:cubicBezTo>
                    <a:pt x="0" y="16"/>
                    <a:pt x="5" y="20"/>
                    <a:pt x="10" y="20"/>
                  </a:cubicBezTo>
                  <a:cubicBezTo>
                    <a:pt x="108" y="20"/>
                    <a:pt x="108" y="20"/>
                    <a:pt x="108" y="20"/>
                  </a:cubicBezTo>
                  <a:cubicBezTo>
                    <a:pt x="114" y="20"/>
                    <a:pt x="118" y="16"/>
                    <a:pt x="118" y="10"/>
                  </a:cubicBezTo>
                  <a:close/>
                </a:path>
              </a:pathLst>
            </a:custGeom>
            <a:grpFill/>
            <a:ln>
              <a:noFill/>
            </a:ln>
          </p:spPr>
          <p:txBody>
            <a:bodyPr vert="horz" wrap="square" lIns="91440" tIns="45720" rIns="91440" bIns="45720" numCol="1" rtlCol="0" anchor="t"/>
            <a:lstStyle/>
            <a:p>
              <a:endParaRPr lang="en-US" dirty="0"/>
            </a:p>
          </p:txBody>
        </p:sp>
      </p:grpSp>
      <p:sp>
        <p:nvSpPr>
          <p:cNvPr id="16" name="Date Placeholder 1">
            <a:extLst>
              <a:ext uri="{C15B1CEC-BE68-45E0-98E8-1085B2EF03D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C75461-87E0-470B-8A25-D088A908D2EA}"/>
              </a:ext>
            </a:extLst>
          </p:cNvPr>
          <p:cNvSpPr>
            <a:spLocks noGrp="1"/>
          </p:cNvSpPr>
          <p:nvPr>
            <p:ph type="dt" sz="half" idx="3"/>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17" name="Slide Number Placeholder 1">
            <a:extLst>
              <a:ext uri="{16CE098C-0727-4CCC-88C9-BC464F71BD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0E013BA-9869-4B18-82D7-754FC7D37F4B}"/>
              </a:ext>
            </a:extLst>
          </p:cNvPr>
          <p:cNvSpPr>
            <a:spLocks noGrp="1"/>
          </p:cNvSpPr>
          <p:nvPr>
            <p:ph type="sldNum" sz="quarter" idx="4"/>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r>
              <a:rPr lang="en-US" dirty="0"/>
              <a:t>&lt;#&gt;</a:t>
            </a:r>
          </a:p>
        </p:txBody>
      </p:sp>
      <p:sp>
        <p:nvSpPr>
          <p:cNvPr id="18" name="Footer Placeholder 1">
            <a:extLst>
              <a:ext uri="{145B13E0-F26C-4ECB-9FA2-E1D9070E084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75D94FC-621A-4C85-A8F8-601979D35E3D}"/>
              </a:ext>
            </a:extLst>
          </p:cNvPr>
          <p:cNvSpPr>
            <a:spLocks noGrp="1"/>
          </p:cNvSpPr>
          <p:nvPr>
            <p:ph type="ftr" sz="quarter" idx="5"/>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3B925B36-BE3B-40EF-B6C6-555976D32C1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ere we chose to go">
    <p:spTree>
      <p:nvGrpSpPr>
        <p:cNvPr id="1" name=""/>
        <p:cNvGrpSpPr/>
        <p:nvPr/>
      </p:nvGrpSpPr>
      <p:grpSpPr>
        <a:xfrm>
          <a:off x="0" y="0"/>
          <a:ext cx="0" cy="0"/>
          <a:chOff x="0" y="0"/>
          <a:chExt cx="0" cy="0"/>
        </a:xfrm>
      </p:grpSpPr>
      <p:sp>
        <p:nvSpPr>
          <p:cNvPr id="2" name="Rectangle 6">
            <a:extLst>
              <a:ext uri="{CD6CAAA8-D6B6-43A2-B306-2BD66DF724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727BE0-0218-4ADC-A528-A445F5E344EE}"/>
              </a:ext>
            </a:extLst>
          </p:cNvPr>
          <p:cNvSpPr/>
          <p:nvPr userDrawn="1"/>
        </p:nvSpPr>
        <p:spPr>
          <a:xfrm>
            <a:off x="0" y="0"/>
            <a:ext cx="9144000" cy="179614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Shape 37">
            <a:extLst>
              <a:ext uri="{909205B3-B324-4CC6-B0A0-BF884584C4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1D7DCF0-D848-4C0D-BF94-51F491CE033C}"/>
              </a:ext>
            </a:extLst>
          </p:cNvPr>
          <p:cNvSpPr/>
          <p:nvPr userDrawn="1"/>
        </p:nvSpPr>
        <p:spPr>
          <a:xfrm>
            <a:off x="0" y="1328057"/>
            <a:ext cx="8158843" cy="3606783"/>
          </a:xfrm>
          <a:custGeom>
            <a:avLst/>
            <a:gdLst/>
            <a:ahLst/>
            <a:cxnLst/>
            <a:rect l="0" t="0" r="r" b="b"/>
            <a:pathLst>
              <a:path w="10878458" h="4809044">
                <a:moveTo>
                  <a:pt x="10878459" y="0"/>
                </a:moveTo>
                <a:cubicBezTo>
                  <a:pt x="10761736" y="1702405"/>
                  <a:pt x="9722469" y="1347410"/>
                  <a:pt x="9149907" y="2046515"/>
                </a:cubicBezTo>
                <a:cubicBezTo>
                  <a:pt x="8577344" y="2745620"/>
                  <a:pt x="8863782" y="4512734"/>
                  <a:pt x="7443088" y="4194629"/>
                </a:cubicBezTo>
                <a:cubicBezTo>
                  <a:pt x="6022394" y="3876524"/>
                  <a:pt x="3956318" y="4932438"/>
                  <a:pt x="2715803" y="4796971"/>
                </a:cubicBezTo>
                <a:cubicBezTo>
                  <a:pt x="1475289" y="4661504"/>
                  <a:pt x="536063" y="4359123"/>
                  <a:pt x="0" y="3381828"/>
                </a:cubicBezTo>
              </a:path>
            </a:pathLst>
          </a:custGeom>
          <a:noFill/>
          <a:ln w="50800" cap="rnd">
            <a:solidFill>
              <a:schemeClr val="accent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7027B241-1812-433E-8C74-45AE042C07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80B859-C3C4-4BB1-9AC9-877AAC0685A8}"/>
              </a:ext>
            </a:extLst>
          </p:cNvPr>
          <p:cNvSpPr>
            <a:spLocks noGrp="1"/>
          </p:cNvSpPr>
          <p:nvPr>
            <p:ph type="title" idx="10"/>
          </p:nvPr>
        </p:nvSpPr>
        <p:spPr/>
        <p:txBody>
          <a:bodyPr rtlCol="0"/>
          <a:lstStyle>
            <a:lvl1pPr lvl="0">
              <a:lnSpc>
                <a:spcPct val="100000"/>
              </a:lnSpc>
              <a:defRPr lang="en-US" sz="3600" dirty="0">
                <a:solidFill>
                  <a:schemeClr val="accent3"/>
                </a:solidFill>
              </a:defRPr>
            </a:lvl1pPr>
          </a:lstStyle>
          <a:p>
            <a:r>
              <a:rPr lang="en-US" dirty="0"/>
              <a:t>Where we chose to go…</a:t>
            </a:r>
          </a:p>
        </p:txBody>
      </p:sp>
      <p:grpSp>
        <p:nvGrpSpPr>
          <p:cNvPr id="5" name="Group 74">
            <a:extLst>
              <a:ext uri="{8FEAA5FA-E92E-46E1-9FCC-8250C76AD6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7DC911-CC19-494B-B616-9A8FD4FB0BE7}"/>
              </a:ext>
            </a:extLst>
          </p:cNvPr>
          <p:cNvGrpSpPr>
            <a:grpSpLocks noChangeAspect="1"/>
          </p:cNvGrpSpPr>
          <p:nvPr/>
        </p:nvGrpSpPr>
        <p:grpSpPr>
          <a:xfrm>
            <a:off x="7920513" y="533983"/>
            <a:ext cx="483258" cy="788631"/>
            <a:chOff x="4090" y="2902"/>
            <a:chExt cx="326" cy="532"/>
          </a:xfrm>
          <a:solidFill>
            <a:schemeClr val="tx2"/>
          </a:solidFill>
        </p:grpSpPr>
        <p:sp>
          <p:nvSpPr>
            <p:cNvPr id="6" name="Freeform 75">
              <a:extLst>
                <a:ext uri="{7B45BEE9-F258-46FA-805F-59C14573AA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C4EF1F4-20C2-4F48-B370-8186FC031ABE}"/>
                </a:ext>
              </a:extLst>
            </p:cNvPr>
            <p:cNvSpPr/>
            <p:nvPr/>
          </p:nvSpPr>
          <p:spPr>
            <a:xfrm>
              <a:off x="4090" y="2902"/>
              <a:ext cx="326" cy="532"/>
            </a:xfrm>
            <a:custGeom>
              <a:avLst/>
              <a:gdLst/>
              <a:ahLst/>
              <a:cxnLst/>
              <a:rect l="0" t="0" r="r" b="b"/>
              <a:pathLst>
                <a:path w="326" h="532">
                  <a:moveTo>
                    <a:pt x="184" y="1"/>
                  </a:moveTo>
                  <a:cubicBezTo>
                    <a:pt x="152" y="0"/>
                    <a:pt x="152" y="0"/>
                    <a:pt x="152" y="0"/>
                  </a:cubicBezTo>
                  <a:cubicBezTo>
                    <a:pt x="141" y="1"/>
                    <a:pt x="131" y="3"/>
                    <a:pt x="121" y="5"/>
                  </a:cubicBezTo>
                  <a:cubicBezTo>
                    <a:pt x="106" y="10"/>
                    <a:pt x="106" y="10"/>
                    <a:pt x="106" y="10"/>
                  </a:cubicBezTo>
                  <a:cubicBezTo>
                    <a:pt x="45" y="33"/>
                    <a:pt x="0" y="93"/>
                    <a:pt x="0" y="162"/>
                  </a:cubicBezTo>
                  <a:cubicBezTo>
                    <a:pt x="0" y="219"/>
                    <a:pt x="51" y="340"/>
                    <a:pt x="65" y="376"/>
                  </a:cubicBezTo>
                  <a:cubicBezTo>
                    <a:pt x="77" y="400"/>
                    <a:pt x="86" y="421"/>
                    <a:pt x="94" y="438"/>
                  </a:cubicBezTo>
                  <a:cubicBezTo>
                    <a:pt x="110" y="469"/>
                    <a:pt x="110" y="469"/>
                    <a:pt x="110" y="469"/>
                  </a:cubicBezTo>
                  <a:cubicBezTo>
                    <a:pt x="144" y="532"/>
                    <a:pt x="157" y="532"/>
                    <a:pt x="163" y="532"/>
                  </a:cubicBezTo>
                  <a:cubicBezTo>
                    <a:pt x="171" y="532"/>
                    <a:pt x="194" y="532"/>
                    <a:pt x="261" y="376"/>
                  </a:cubicBezTo>
                  <a:cubicBezTo>
                    <a:pt x="276" y="340"/>
                    <a:pt x="326" y="219"/>
                    <a:pt x="326" y="162"/>
                  </a:cubicBezTo>
                  <a:cubicBezTo>
                    <a:pt x="326" y="79"/>
                    <a:pt x="264" y="11"/>
                    <a:pt x="184" y="1"/>
                  </a:cubicBezTo>
                  <a:close/>
                  <a:moveTo>
                    <a:pt x="163" y="496"/>
                  </a:moveTo>
                  <a:cubicBezTo>
                    <a:pt x="130" y="456"/>
                    <a:pt x="31" y="231"/>
                    <a:pt x="31" y="162"/>
                  </a:cubicBezTo>
                  <a:cubicBezTo>
                    <a:pt x="31" y="90"/>
                    <a:pt x="91" y="31"/>
                    <a:pt x="163" y="31"/>
                  </a:cubicBezTo>
                  <a:cubicBezTo>
                    <a:pt x="236" y="31"/>
                    <a:pt x="295" y="90"/>
                    <a:pt x="295" y="162"/>
                  </a:cubicBezTo>
                  <a:cubicBezTo>
                    <a:pt x="295" y="231"/>
                    <a:pt x="196" y="456"/>
                    <a:pt x="163" y="496"/>
                  </a:cubicBezTo>
                  <a:close/>
                </a:path>
              </a:pathLst>
            </a:custGeom>
            <a:grpFill/>
            <a:ln>
              <a:noFill/>
            </a:ln>
          </p:spPr>
          <p:txBody>
            <a:bodyPr vert="horz" wrap="square" lIns="91440" tIns="45720" rIns="91440" bIns="45720" numCol="1" rtlCol="0" anchor="t"/>
            <a:lstStyle/>
            <a:p>
              <a:endParaRPr lang="en-US" dirty="0"/>
            </a:p>
          </p:txBody>
        </p:sp>
        <p:sp>
          <p:nvSpPr>
            <p:cNvPr id="7" name="Freeform 76">
              <a:extLst>
                <a:ext uri="{52541A85-C7A5-44E3-87A2-B6717D8007B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EC6119-42FE-4B2E-B570-2E0141FB8305}"/>
                </a:ext>
              </a:extLst>
            </p:cNvPr>
            <p:cNvSpPr/>
            <p:nvPr/>
          </p:nvSpPr>
          <p:spPr>
            <a:xfrm>
              <a:off x="4176" y="2987"/>
              <a:ext cx="154" cy="154"/>
            </a:xfrm>
            <a:custGeom>
              <a:avLst/>
              <a:gdLst/>
              <a:ahLst/>
              <a:cxnLst/>
              <a:rect l="0" t="0" r="r" b="b"/>
              <a:pathLst>
                <a:path w="154" h="154">
                  <a:moveTo>
                    <a:pt x="77" y="0"/>
                  </a:moveTo>
                  <a:cubicBezTo>
                    <a:pt x="34" y="0"/>
                    <a:pt x="0" y="34"/>
                    <a:pt x="0" y="77"/>
                  </a:cubicBezTo>
                  <a:cubicBezTo>
                    <a:pt x="0" y="120"/>
                    <a:pt x="34" y="154"/>
                    <a:pt x="77" y="154"/>
                  </a:cubicBezTo>
                  <a:cubicBezTo>
                    <a:pt x="119" y="154"/>
                    <a:pt x="154" y="120"/>
                    <a:pt x="154" y="77"/>
                  </a:cubicBezTo>
                  <a:cubicBezTo>
                    <a:pt x="154" y="34"/>
                    <a:pt x="119" y="0"/>
                    <a:pt x="77" y="0"/>
                  </a:cubicBezTo>
                  <a:close/>
                  <a:moveTo>
                    <a:pt x="77" y="123"/>
                  </a:moveTo>
                  <a:cubicBezTo>
                    <a:pt x="51" y="123"/>
                    <a:pt x="31" y="102"/>
                    <a:pt x="31" y="77"/>
                  </a:cubicBezTo>
                  <a:cubicBezTo>
                    <a:pt x="31" y="52"/>
                    <a:pt x="51" y="31"/>
                    <a:pt x="77" y="31"/>
                  </a:cubicBezTo>
                  <a:cubicBezTo>
                    <a:pt x="102" y="31"/>
                    <a:pt x="123" y="52"/>
                    <a:pt x="123" y="77"/>
                  </a:cubicBezTo>
                  <a:cubicBezTo>
                    <a:pt x="123" y="102"/>
                    <a:pt x="102" y="123"/>
                    <a:pt x="77" y="123"/>
                  </a:cubicBezTo>
                  <a:close/>
                </a:path>
              </a:pathLst>
            </a:custGeom>
            <a:grpFill/>
            <a:ln>
              <a:noFill/>
            </a:ln>
          </p:spPr>
          <p:txBody>
            <a:bodyPr vert="horz" wrap="square" lIns="91440" tIns="45720" rIns="91440" bIns="45720" numCol="1" rtlCol="0" anchor="t"/>
            <a:lstStyle/>
            <a:p>
              <a:endParaRPr lang="en-US" dirty="0"/>
            </a:p>
          </p:txBody>
        </p:sp>
      </p:grpSp>
      <p:sp>
        <p:nvSpPr>
          <p:cNvPr id="8" name="Text Placeholder 32">
            <a:extLst>
              <a:ext uri="{AA929EA0-1055-471C-A1A7-3AE0451743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790EFDA-E03D-453E-ACFC-057847C5AA66}"/>
              </a:ext>
            </a:extLst>
          </p:cNvPr>
          <p:cNvSpPr>
            <a:spLocks noGrp="1"/>
          </p:cNvSpPr>
          <p:nvPr>
            <p:ph type="body" idx="11"/>
          </p:nvPr>
        </p:nvSpPr>
        <p:spPr>
          <a:xfrm>
            <a:off x="628650" y="2030016"/>
            <a:ext cx="4835978" cy="2599134"/>
          </a:xfrm>
        </p:spPr>
        <p:txBody>
          <a:bodyPr rtlCol="0"/>
          <a:lstStyle>
            <a:lvl1pPr lvl="0">
              <a:lnSpc>
                <a:spcPct val="100000"/>
              </a:lnSpc>
              <a:defRPr lang="en-US" sz="1800" dirty="0"/>
            </a:lvl1pPr>
          </a:lstStyle>
          <a:p>
            <a:r>
              <a:rPr lang="en-US" dirty="0"/>
              <a:t>Tell the story of choosing where to go.</a:t>
            </a:r>
          </a:p>
          <a:p>
            <a:r>
              <a:rPr lang="en-US" dirty="0"/>
              <a:t>Why did you choose this place?</a:t>
            </a:r>
          </a:p>
        </p:txBody>
      </p:sp>
      <p:sp>
        <p:nvSpPr>
          <p:cNvPr id="9" name="Freeform 5">
            <a:extLst>
              <a:ext uri="{59EA38C0-B78B-4ED1-9B6B-714978CCDC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35D59B-C7C6-4D3D-82A9-F74DC5999BAE}"/>
              </a:ext>
            </a:extLst>
          </p:cNvPr>
          <p:cNvSpPr/>
          <p:nvPr userDrawn="1"/>
        </p:nvSpPr>
        <p:spPr>
          <a:xfrm>
            <a:off x="5505756" y="2146041"/>
            <a:ext cx="2978989" cy="2291935"/>
          </a:xfrm>
          <a:custGeom>
            <a:avLst/>
            <a:gdLst/>
            <a:ahLst/>
            <a:cxnLst/>
            <a:rect l="0" t="0" r="r" b="b"/>
            <a:pathLst>
              <a:path w="3971986" h="3055914">
                <a:moveTo>
                  <a:pt x="2869749" y="0"/>
                </a:moveTo>
                <a:cubicBezTo>
                  <a:pt x="1101145" y="0"/>
                  <a:pt x="1101145" y="0"/>
                  <a:pt x="1101145" y="0"/>
                </a:cubicBezTo>
                <a:cubicBezTo>
                  <a:pt x="1021399" y="0"/>
                  <a:pt x="946023" y="41142"/>
                  <a:pt x="900142" y="109711"/>
                </a:cubicBezTo>
                <a:cubicBezTo>
                  <a:pt x="57897" y="1381676"/>
                  <a:pt x="57897" y="1381676"/>
                  <a:pt x="57897" y="1381676"/>
                </a:cubicBezTo>
                <a:cubicBezTo>
                  <a:pt x="0" y="1469673"/>
                  <a:pt x="0" y="1586241"/>
                  <a:pt x="57897" y="1674239"/>
                </a:cubicBezTo>
                <a:cubicBezTo>
                  <a:pt x="900142" y="2946203"/>
                  <a:pt x="900142" y="2946203"/>
                  <a:pt x="900142" y="2946203"/>
                </a:cubicBezTo>
                <a:cubicBezTo>
                  <a:pt x="946023" y="3014773"/>
                  <a:pt x="1021399" y="3055914"/>
                  <a:pt x="1101145" y="3055914"/>
                </a:cubicBezTo>
                <a:cubicBezTo>
                  <a:pt x="2869749" y="3055914"/>
                  <a:pt x="2869749" y="3055914"/>
                  <a:pt x="2869749" y="3055914"/>
                </a:cubicBezTo>
                <a:cubicBezTo>
                  <a:pt x="2949494" y="3055914"/>
                  <a:pt x="3024871" y="3014773"/>
                  <a:pt x="3070752" y="2946203"/>
                </a:cubicBezTo>
                <a:cubicBezTo>
                  <a:pt x="3912996" y="1674239"/>
                  <a:pt x="3912996" y="1674239"/>
                  <a:pt x="3912996" y="1674239"/>
                </a:cubicBezTo>
                <a:cubicBezTo>
                  <a:pt x="3971986" y="1586241"/>
                  <a:pt x="3971986" y="1469673"/>
                  <a:pt x="3912996" y="1381676"/>
                </a:cubicBezTo>
                <a:cubicBezTo>
                  <a:pt x="3070752" y="109711"/>
                  <a:pt x="3070752" y="109711"/>
                  <a:pt x="3070752" y="109711"/>
                </a:cubicBezTo>
                <a:cubicBezTo>
                  <a:pt x="3024871" y="41142"/>
                  <a:pt x="2949494" y="0"/>
                  <a:pt x="2869749"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10" name="Picture Placeholder 11">
            <a:extLst>
              <a:ext uri="{165F70E5-5CF6-448A-A039-67E5D2D78B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8B1DA1-3849-4BA5-B46D-4D779BE736EB}"/>
              </a:ext>
            </a:extLst>
          </p:cNvPr>
          <p:cNvSpPr>
            <a:spLocks noGrp="1"/>
          </p:cNvSpPr>
          <p:nvPr>
            <p:ph type="pic" idx="12"/>
          </p:nvPr>
        </p:nvSpPr>
        <p:spPr>
          <a:xfrm>
            <a:off x="5644270" y="2264075"/>
            <a:ext cx="2701961" cy="2066191"/>
          </a:xfrm>
          <a:custGeom>
            <a:avLst/>
            <a:gdLst/>
            <a:ahLst/>
            <a:cxnLst/>
            <a:rect l="0" t="0" r="r" b="b"/>
            <a:pathLst>
              <a:path w="3602616" h="2754922">
                <a:moveTo>
                  <a:pt x="992924" y="0"/>
                </a:moveTo>
                <a:cubicBezTo>
                  <a:pt x="992924" y="0"/>
                  <a:pt x="992924" y="0"/>
                  <a:pt x="2608945" y="0"/>
                </a:cubicBezTo>
                <a:cubicBezTo>
                  <a:pt x="2681813" y="0"/>
                  <a:pt x="2750685" y="37088"/>
                  <a:pt x="2792609" y="98905"/>
                </a:cubicBezTo>
                <a:cubicBezTo>
                  <a:pt x="2792609" y="98905"/>
                  <a:pt x="2792609" y="98905"/>
                  <a:pt x="3562192" y="1245586"/>
                </a:cubicBezTo>
                <a:cubicBezTo>
                  <a:pt x="3616091" y="1324918"/>
                  <a:pt x="3616091" y="1430003"/>
                  <a:pt x="3562192" y="1509336"/>
                </a:cubicBezTo>
                <a:cubicBezTo>
                  <a:pt x="3562192" y="1509336"/>
                  <a:pt x="3562192" y="1509336"/>
                  <a:pt x="2792609" y="2656017"/>
                </a:cubicBezTo>
                <a:cubicBezTo>
                  <a:pt x="2750685" y="2717834"/>
                  <a:pt x="2681813" y="2754922"/>
                  <a:pt x="2608945" y="2754922"/>
                </a:cubicBezTo>
                <a:cubicBezTo>
                  <a:pt x="2608945" y="2754922"/>
                  <a:pt x="2608945" y="2754922"/>
                  <a:pt x="992924" y="2754922"/>
                </a:cubicBezTo>
                <a:cubicBezTo>
                  <a:pt x="920056" y="2754922"/>
                  <a:pt x="851184" y="2717834"/>
                  <a:pt x="809260" y="2656017"/>
                </a:cubicBezTo>
                <a:cubicBezTo>
                  <a:pt x="809260" y="2656017"/>
                  <a:pt x="809260" y="2656017"/>
                  <a:pt x="39677" y="1509336"/>
                </a:cubicBezTo>
                <a:cubicBezTo>
                  <a:pt x="-13226" y="1430003"/>
                  <a:pt x="-13226" y="1324918"/>
                  <a:pt x="39677" y="1245586"/>
                </a:cubicBezTo>
                <a:cubicBezTo>
                  <a:pt x="39677" y="1245586"/>
                  <a:pt x="39677" y="1245586"/>
                  <a:pt x="809260" y="98905"/>
                </a:cubicBezTo>
                <a:cubicBezTo>
                  <a:pt x="851184" y="37088"/>
                  <a:pt x="920056" y="0"/>
                  <a:pt x="992924"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11" name="Date Placeholder 1">
            <a:extLst>
              <a:ext uri="{E2E42317-685E-4163-99EB-1F5669D7DC6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7B03CCC-6B38-423F-A246-1325CC34619B}"/>
              </a:ext>
            </a:extLst>
          </p:cNvPr>
          <p:cNvSpPr>
            <a:spLocks noGrp="1"/>
          </p:cNvSpPr>
          <p:nvPr>
            <p:ph type="dt" sz="half" idx="13"/>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12" name="Slide Number Placeholder 1">
            <a:extLst>
              <a:ext uri="{25DF3D16-9A41-4B4E-BA59-48CF726933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CE2B2A-5E41-4E07-85A0-4443BFF94A32}"/>
              </a:ext>
            </a:extLst>
          </p:cNvPr>
          <p:cNvSpPr>
            <a:spLocks noGrp="1"/>
          </p:cNvSpPr>
          <p:nvPr>
            <p:ph type="sldNum" sz="quarter" idx="14"/>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790347FD-8FE6-4610-B4F5-50B8CCB513E9}" type="slidenum">
              <a:t>‹#›</a:t>
            </a:fld>
            <a:endParaRPr lang="en-US" dirty="0"/>
          </a:p>
        </p:txBody>
      </p:sp>
      <p:sp>
        <p:nvSpPr>
          <p:cNvPr id="13" name="Footer Placeholder 1">
            <a:extLst>
              <a:ext uri="{02EF47F9-99CF-4A57-A787-8F609069449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470ABF6-B6A1-4783-95A4-4C9B2034966C}"/>
              </a:ext>
            </a:extLst>
          </p:cNvPr>
          <p:cNvSpPr>
            <a:spLocks noGrp="1"/>
          </p:cNvSpPr>
          <p:nvPr>
            <p:ph type="ftr" sz="quarter" idx="15"/>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26903A6B-00CE-4FF8-86C8-F519F60E83C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hat we love most">
    <p:spTree>
      <p:nvGrpSpPr>
        <p:cNvPr id="1" name=""/>
        <p:cNvGrpSpPr/>
        <p:nvPr/>
      </p:nvGrpSpPr>
      <p:grpSpPr>
        <a:xfrm>
          <a:off x="0" y="0"/>
          <a:ext cx="0" cy="0"/>
          <a:chOff x="0" y="0"/>
          <a:chExt cx="0" cy="0"/>
        </a:xfrm>
      </p:grpSpPr>
      <p:sp>
        <p:nvSpPr>
          <p:cNvPr id="2" name="Rectangle 6">
            <a:extLst>
              <a:ext uri="{8510D2C3-3E08-4D83-B420-521615669F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388B5C7-D9BC-4D34-B2E9-DF9B4581CE3A}"/>
              </a:ext>
            </a:extLst>
          </p:cNvPr>
          <p:cNvSpPr/>
          <p:nvPr userDrawn="1"/>
        </p:nvSpPr>
        <p:spPr>
          <a:xfrm>
            <a:off x="0" y="0"/>
            <a:ext cx="3886201"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5">
            <a:extLst>
              <a:ext uri="{29B9DFDD-2820-466E-9BA3-1A5527154B0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A23A3F-F404-4270-B305-6D66CA2403B0}"/>
              </a:ext>
            </a:extLst>
          </p:cNvPr>
          <p:cNvSpPr/>
          <p:nvPr userDrawn="1"/>
        </p:nvSpPr>
        <p:spPr>
          <a:xfrm>
            <a:off x="3185759" y="549727"/>
            <a:ext cx="1400881" cy="1108505"/>
          </a:xfrm>
          <a:custGeom>
            <a:avLst/>
            <a:gdLst/>
            <a:ahLst/>
            <a:cxnLst/>
            <a:rect l="0" t="0" r="r" b="b"/>
            <a:pathLst>
              <a:path w="1867842" h="1478007">
                <a:moveTo>
                  <a:pt x="1349511" y="0"/>
                </a:moveTo>
                <a:cubicBezTo>
                  <a:pt x="517818" y="0"/>
                  <a:pt x="517818" y="0"/>
                  <a:pt x="517818" y="0"/>
                </a:cubicBezTo>
                <a:cubicBezTo>
                  <a:pt x="480317" y="0"/>
                  <a:pt x="444871" y="19898"/>
                  <a:pt x="423295" y="53062"/>
                </a:cubicBezTo>
                <a:cubicBezTo>
                  <a:pt x="27227" y="668254"/>
                  <a:pt x="27227" y="668254"/>
                  <a:pt x="27227" y="668254"/>
                </a:cubicBezTo>
                <a:cubicBezTo>
                  <a:pt x="0" y="710814"/>
                  <a:pt x="0" y="767193"/>
                  <a:pt x="27227" y="809753"/>
                </a:cubicBezTo>
                <a:cubicBezTo>
                  <a:pt x="423295" y="1424945"/>
                  <a:pt x="423295" y="1424945"/>
                  <a:pt x="423295" y="1424945"/>
                </a:cubicBezTo>
                <a:cubicBezTo>
                  <a:pt x="444871" y="1458109"/>
                  <a:pt x="480317" y="1478007"/>
                  <a:pt x="517818" y="1478007"/>
                </a:cubicBezTo>
                <a:cubicBezTo>
                  <a:pt x="1349511" y="1478007"/>
                  <a:pt x="1349511" y="1478007"/>
                  <a:pt x="1349511" y="1478007"/>
                </a:cubicBezTo>
                <a:cubicBezTo>
                  <a:pt x="1387011" y="1478007"/>
                  <a:pt x="1422457" y="1458109"/>
                  <a:pt x="1444033" y="1424945"/>
                </a:cubicBezTo>
                <a:cubicBezTo>
                  <a:pt x="1840102" y="809753"/>
                  <a:pt x="1840102" y="809753"/>
                  <a:pt x="1840102" y="809753"/>
                </a:cubicBezTo>
                <a:cubicBezTo>
                  <a:pt x="1867842" y="767193"/>
                  <a:pt x="1867842" y="710814"/>
                  <a:pt x="1840102" y="668254"/>
                </a:cubicBezTo>
                <a:cubicBezTo>
                  <a:pt x="1444033" y="53062"/>
                  <a:pt x="1444033" y="53062"/>
                  <a:pt x="1444033" y="53062"/>
                </a:cubicBezTo>
                <a:cubicBezTo>
                  <a:pt x="1422457" y="19898"/>
                  <a:pt x="1387011" y="0"/>
                  <a:pt x="1349511"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4" name="Freeform: Shape 37">
            <a:extLst>
              <a:ext uri="{18A8ACD2-5398-4404-ADCD-000B177C5E8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5FB02C-7CD0-4544-9E0D-A9447F700DE8}"/>
              </a:ext>
            </a:extLst>
          </p:cNvPr>
          <p:cNvSpPr/>
          <p:nvPr userDrawn="1"/>
        </p:nvSpPr>
        <p:spPr>
          <a:xfrm rot="21333496" flipV="1">
            <a:off x="1415265" y="2715470"/>
            <a:ext cx="2589536" cy="1422490"/>
          </a:xfrm>
          <a:custGeom>
            <a:avLst/>
            <a:gdLst/>
            <a:ahLst/>
            <a:cxnLst/>
            <a:rect l="0" t="0" r="r" b="b"/>
            <a:pathLst>
              <a:path w="3452715" h="1896654">
                <a:moveTo>
                  <a:pt x="3452715" y="1769114"/>
                </a:moveTo>
                <a:cubicBezTo>
                  <a:pt x="2025788" y="2269991"/>
                  <a:pt x="1901192" y="1167105"/>
                  <a:pt x="1673325" y="679087"/>
                </a:cubicBezTo>
                <a:cubicBezTo>
                  <a:pt x="1445458" y="191069"/>
                  <a:pt x="821839" y="-403748"/>
                  <a:pt x="0" y="379994"/>
                </a:cubicBezTo>
              </a:path>
            </a:pathLst>
          </a:custGeom>
          <a:noFill/>
          <a:ln w="50800" cap="rnd">
            <a:solidFill>
              <a:schemeClr val="accent2"/>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10800000" rtlCol="0" anchor="ctr"/>
          <a:lstStyle/>
          <a:p>
            <a:pPr algn="ctr"/>
            <a:endParaRPr lang="en-US" dirty="0"/>
          </a:p>
        </p:txBody>
      </p:sp>
      <p:sp>
        <p:nvSpPr>
          <p:cNvPr id="5" name="Title 1">
            <a:extLst>
              <a:ext uri="{C841F2E6-F830-4561-A458-44DA754B2F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7EB665-9E52-4FA6-AEC2-E8DC520B5AEA}"/>
              </a:ext>
            </a:extLst>
          </p:cNvPr>
          <p:cNvSpPr>
            <a:spLocks noGrp="1"/>
          </p:cNvSpPr>
          <p:nvPr>
            <p:ph type="title" idx="10"/>
          </p:nvPr>
        </p:nvSpPr>
        <p:spPr>
          <a:xfrm>
            <a:off x="628650" y="549728"/>
            <a:ext cx="2417795" cy="2525129"/>
          </a:xfrm>
        </p:spPr>
        <p:txBody>
          <a:bodyPr rtlCol="0" anchor="t"/>
          <a:lstStyle>
            <a:lvl1pPr lvl="0">
              <a:lnSpc>
                <a:spcPct val="100000"/>
              </a:lnSpc>
              <a:defRPr lang="en-US" sz="3600" dirty="0">
                <a:solidFill>
                  <a:schemeClr val="accent3"/>
                </a:solidFill>
              </a:defRPr>
            </a:lvl1pPr>
          </a:lstStyle>
          <a:p>
            <a:r>
              <a:rPr lang="en-US" dirty="0"/>
              <a:t>What we loved most about [Location]</a:t>
            </a:r>
          </a:p>
        </p:txBody>
      </p:sp>
      <p:sp>
        <p:nvSpPr>
          <p:cNvPr id="6" name="Text Placeholder 32">
            <a:extLst>
              <a:ext uri="{713706F4-D429-4BA9-AE29-3A9DAD162F9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A913778-E451-42D7-BF14-B1FBA9E4A8DF}"/>
              </a:ext>
            </a:extLst>
          </p:cNvPr>
          <p:cNvSpPr>
            <a:spLocks noGrp="1"/>
          </p:cNvSpPr>
          <p:nvPr>
            <p:ph type="body" idx="11"/>
          </p:nvPr>
        </p:nvSpPr>
        <p:spPr>
          <a:xfrm>
            <a:off x="4763277" y="574807"/>
            <a:ext cx="3752073" cy="1083426"/>
          </a:xfrm>
        </p:spPr>
        <p:txBody>
          <a:bodyPr rtlCol="0" anchor="ctr"/>
          <a:lstStyle>
            <a:lvl1pPr marL="0" lvl="0" indent="0">
              <a:lnSpc>
                <a:spcPct val="100000"/>
              </a:lnSpc>
              <a:buNone/>
              <a:defRPr lang="en-US" sz="1800" dirty="0"/>
            </a:lvl1pPr>
          </a:lstStyle>
          <a:p>
            <a:r>
              <a:rPr lang="en-US" dirty="0"/>
              <a:t>Tell a story about the best part of the place you visited.</a:t>
            </a:r>
          </a:p>
        </p:txBody>
      </p:sp>
      <p:sp>
        <p:nvSpPr>
          <p:cNvPr id="7" name="Picture Placeholder 26">
            <a:extLst>
              <a:ext uri="{9D0B4010-5A29-4319-8751-130FBABA060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6545FD3-43E6-4659-B03C-7043914DF6CC}"/>
              </a:ext>
            </a:extLst>
          </p:cNvPr>
          <p:cNvSpPr>
            <a:spLocks noGrp="1"/>
          </p:cNvSpPr>
          <p:nvPr>
            <p:ph type="pic" idx="12"/>
          </p:nvPr>
        </p:nvSpPr>
        <p:spPr>
          <a:xfrm>
            <a:off x="3283788" y="648479"/>
            <a:ext cx="1204822" cy="921328"/>
          </a:xfrm>
          <a:custGeom>
            <a:avLst/>
            <a:gdLst/>
            <a:ahLst/>
            <a:cxnLst/>
            <a:rect l="0" t="0" r="r" b="b"/>
            <a:pathLst>
              <a:path w="1606430" h="1228438">
                <a:moveTo>
                  <a:pt x="442751" y="0"/>
                </a:moveTo>
                <a:cubicBezTo>
                  <a:pt x="442751" y="0"/>
                  <a:pt x="442751" y="0"/>
                  <a:pt x="1163346" y="0"/>
                </a:cubicBezTo>
                <a:cubicBezTo>
                  <a:pt x="1195838" y="0"/>
                  <a:pt x="1226548" y="16538"/>
                  <a:pt x="1245243" y="44102"/>
                </a:cubicBezTo>
                <a:cubicBezTo>
                  <a:pt x="1245243" y="44102"/>
                  <a:pt x="1245243" y="44102"/>
                  <a:pt x="1588405" y="555415"/>
                </a:cubicBezTo>
                <a:cubicBezTo>
                  <a:pt x="1612439" y="590790"/>
                  <a:pt x="1612439" y="637648"/>
                  <a:pt x="1588405" y="673023"/>
                </a:cubicBezTo>
                <a:cubicBezTo>
                  <a:pt x="1588405" y="673023"/>
                  <a:pt x="1588405" y="673023"/>
                  <a:pt x="1245243" y="1184335"/>
                </a:cubicBezTo>
                <a:cubicBezTo>
                  <a:pt x="1226548" y="1211900"/>
                  <a:pt x="1195838" y="1228438"/>
                  <a:pt x="1163346" y="1228438"/>
                </a:cubicBezTo>
                <a:cubicBezTo>
                  <a:pt x="1163346" y="1228438"/>
                  <a:pt x="1163346" y="1228438"/>
                  <a:pt x="442751" y="1228438"/>
                </a:cubicBezTo>
                <a:cubicBezTo>
                  <a:pt x="410259" y="1228438"/>
                  <a:pt x="379549" y="1211900"/>
                  <a:pt x="360854" y="1184335"/>
                </a:cubicBezTo>
                <a:cubicBezTo>
                  <a:pt x="360854" y="1184335"/>
                  <a:pt x="360854" y="1184335"/>
                  <a:pt x="17692" y="673023"/>
                </a:cubicBezTo>
                <a:cubicBezTo>
                  <a:pt x="-5897" y="637648"/>
                  <a:pt x="-5897" y="590790"/>
                  <a:pt x="17692" y="555415"/>
                </a:cubicBezTo>
                <a:cubicBezTo>
                  <a:pt x="17692" y="555415"/>
                  <a:pt x="17692" y="555415"/>
                  <a:pt x="360854" y="44102"/>
                </a:cubicBezTo>
                <a:cubicBezTo>
                  <a:pt x="379549" y="16538"/>
                  <a:pt x="410259" y="0"/>
                  <a:pt x="442751"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grpSp>
        <p:nvGrpSpPr>
          <p:cNvPr id="8" name="Group 63">
            <a:extLst>
              <a:ext uri="{197E0FD4-3CC9-48E5-B81B-4D6212C8B1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E39C4D-91C5-4C34-B5F7-12E168E9AACA}"/>
              </a:ext>
            </a:extLst>
          </p:cNvPr>
          <p:cNvGrpSpPr>
            <a:grpSpLocks noChangeAspect="1"/>
          </p:cNvGrpSpPr>
          <p:nvPr/>
        </p:nvGrpSpPr>
        <p:grpSpPr>
          <a:xfrm>
            <a:off x="628650" y="3615750"/>
            <a:ext cx="793368" cy="677426"/>
            <a:chOff x="3994" y="3633"/>
            <a:chExt cx="479" cy="409"/>
          </a:xfrm>
          <a:solidFill>
            <a:schemeClr val="accent2"/>
          </a:solidFill>
        </p:grpSpPr>
        <p:sp>
          <p:nvSpPr>
            <p:cNvPr id="9" name="Freeform 64">
              <a:extLst>
                <a:ext uri="{D67C276F-7A7B-4C28-B6FC-223113DCED6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408E59-9DC4-4603-844A-CCAC28E2F4B8}"/>
                </a:ext>
              </a:extLst>
            </p:cNvPr>
            <p:cNvSpPr/>
            <p:nvPr/>
          </p:nvSpPr>
          <p:spPr>
            <a:xfrm>
              <a:off x="3994" y="3633"/>
              <a:ext cx="479" cy="409"/>
            </a:xfrm>
            <a:custGeom>
              <a:avLst/>
              <a:gdLst/>
              <a:ahLst/>
              <a:cxnLst/>
              <a:rect l="0" t="0" r="r" b="b"/>
              <a:pathLst>
                <a:path w="479" h="409">
                  <a:moveTo>
                    <a:pt x="479" y="63"/>
                  </a:moveTo>
                  <a:cubicBezTo>
                    <a:pt x="425" y="63"/>
                    <a:pt x="425" y="63"/>
                    <a:pt x="425" y="63"/>
                  </a:cubicBezTo>
                  <a:cubicBezTo>
                    <a:pt x="425" y="27"/>
                    <a:pt x="425" y="27"/>
                    <a:pt x="425" y="27"/>
                  </a:cubicBezTo>
                  <a:cubicBezTo>
                    <a:pt x="363" y="27"/>
                    <a:pt x="363" y="27"/>
                    <a:pt x="363" y="27"/>
                  </a:cubicBezTo>
                  <a:cubicBezTo>
                    <a:pt x="363" y="63"/>
                    <a:pt x="363" y="63"/>
                    <a:pt x="363" y="63"/>
                  </a:cubicBezTo>
                  <a:cubicBezTo>
                    <a:pt x="333" y="63"/>
                    <a:pt x="333" y="63"/>
                    <a:pt x="333" y="63"/>
                  </a:cubicBezTo>
                  <a:cubicBezTo>
                    <a:pt x="304" y="0"/>
                    <a:pt x="304" y="0"/>
                    <a:pt x="304" y="0"/>
                  </a:cubicBezTo>
                  <a:cubicBezTo>
                    <a:pt x="162" y="0"/>
                    <a:pt x="162" y="0"/>
                    <a:pt x="162" y="0"/>
                  </a:cubicBezTo>
                  <a:cubicBezTo>
                    <a:pt x="132" y="63"/>
                    <a:pt x="132" y="63"/>
                    <a:pt x="132" y="63"/>
                  </a:cubicBezTo>
                  <a:cubicBezTo>
                    <a:pt x="102" y="63"/>
                    <a:pt x="102" y="63"/>
                    <a:pt x="102" y="63"/>
                  </a:cubicBezTo>
                  <a:cubicBezTo>
                    <a:pt x="102" y="27"/>
                    <a:pt x="102" y="27"/>
                    <a:pt x="102" y="27"/>
                  </a:cubicBezTo>
                  <a:cubicBezTo>
                    <a:pt x="51" y="27"/>
                    <a:pt x="51" y="27"/>
                    <a:pt x="51" y="27"/>
                  </a:cubicBezTo>
                  <a:cubicBezTo>
                    <a:pt x="51" y="63"/>
                    <a:pt x="51" y="63"/>
                    <a:pt x="51" y="63"/>
                  </a:cubicBezTo>
                  <a:cubicBezTo>
                    <a:pt x="0" y="63"/>
                    <a:pt x="0" y="63"/>
                    <a:pt x="0" y="63"/>
                  </a:cubicBezTo>
                  <a:cubicBezTo>
                    <a:pt x="0" y="124"/>
                    <a:pt x="0" y="124"/>
                    <a:pt x="0" y="124"/>
                  </a:cubicBezTo>
                  <a:cubicBezTo>
                    <a:pt x="0" y="124"/>
                    <a:pt x="0" y="124"/>
                    <a:pt x="0" y="124"/>
                  </a:cubicBezTo>
                  <a:cubicBezTo>
                    <a:pt x="0" y="351"/>
                    <a:pt x="0" y="351"/>
                    <a:pt x="0" y="351"/>
                  </a:cubicBezTo>
                  <a:cubicBezTo>
                    <a:pt x="0" y="351"/>
                    <a:pt x="0" y="351"/>
                    <a:pt x="0" y="351"/>
                  </a:cubicBezTo>
                  <a:cubicBezTo>
                    <a:pt x="0" y="409"/>
                    <a:pt x="0" y="409"/>
                    <a:pt x="0" y="409"/>
                  </a:cubicBezTo>
                  <a:cubicBezTo>
                    <a:pt x="479" y="409"/>
                    <a:pt x="479" y="409"/>
                    <a:pt x="479" y="409"/>
                  </a:cubicBezTo>
                  <a:cubicBezTo>
                    <a:pt x="479" y="351"/>
                    <a:pt x="479" y="351"/>
                    <a:pt x="479" y="351"/>
                  </a:cubicBezTo>
                  <a:cubicBezTo>
                    <a:pt x="479" y="351"/>
                    <a:pt x="479" y="351"/>
                    <a:pt x="479" y="351"/>
                  </a:cubicBezTo>
                  <a:cubicBezTo>
                    <a:pt x="479" y="124"/>
                    <a:pt x="479" y="124"/>
                    <a:pt x="479" y="124"/>
                  </a:cubicBezTo>
                  <a:cubicBezTo>
                    <a:pt x="479" y="124"/>
                    <a:pt x="479" y="124"/>
                    <a:pt x="479" y="124"/>
                  </a:cubicBezTo>
                  <a:cubicBezTo>
                    <a:pt x="479" y="63"/>
                    <a:pt x="479" y="63"/>
                    <a:pt x="479" y="63"/>
                  </a:cubicBezTo>
                  <a:close/>
                  <a:moveTo>
                    <a:pt x="304" y="335"/>
                  </a:moveTo>
                  <a:cubicBezTo>
                    <a:pt x="265" y="359"/>
                    <a:pt x="215" y="358"/>
                    <a:pt x="175" y="335"/>
                  </a:cubicBezTo>
                  <a:cubicBezTo>
                    <a:pt x="68" y="270"/>
                    <a:pt x="115" y="106"/>
                    <a:pt x="240" y="106"/>
                  </a:cubicBezTo>
                  <a:cubicBezTo>
                    <a:pt x="362" y="106"/>
                    <a:pt x="411" y="270"/>
                    <a:pt x="304" y="335"/>
                  </a:cubicBezTo>
                  <a:cubicBezTo>
                    <a:pt x="308" y="342"/>
                    <a:pt x="308" y="342"/>
                    <a:pt x="308" y="342"/>
                  </a:cubicBezTo>
                  <a:lnTo>
                    <a:pt x="304" y="335"/>
                  </a:lnTo>
                  <a:close/>
                  <a:moveTo>
                    <a:pt x="145" y="334"/>
                  </a:moveTo>
                  <a:cubicBezTo>
                    <a:pt x="17" y="334"/>
                    <a:pt x="17" y="334"/>
                    <a:pt x="17" y="334"/>
                  </a:cubicBezTo>
                  <a:cubicBezTo>
                    <a:pt x="17" y="141"/>
                    <a:pt x="17" y="141"/>
                    <a:pt x="17" y="141"/>
                  </a:cubicBezTo>
                  <a:cubicBezTo>
                    <a:pt x="130" y="141"/>
                    <a:pt x="130" y="141"/>
                    <a:pt x="130" y="141"/>
                  </a:cubicBezTo>
                  <a:cubicBezTo>
                    <a:pt x="83" y="200"/>
                    <a:pt x="90" y="284"/>
                    <a:pt x="145" y="334"/>
                  </a:cubicBezTo>
                  <a:close/>
                  <a:moveTo>
                    <a:pt x="349" y="141"/>
                  </a:moveTo>
                  <a:cubicBezTo>
                    <a:pt x="462" y="141"/>
                    <a:pt x="462" y="141"/>
                    <a:pt x="462" y="141"/>
                  </a:cubicBezTo>
                  <a:cubicBezTo>
                    <a:pt x="462" y="334"/>
                    <a:pt x="462" y="334"/>
                    <a:pt x="462" y="334"/>
                  </a:cubicBezTo>
                  <a:cubicBezTo>
                    <a:pt x="334" y="334"/>
                    <a:pt x="334" y="334"/>
                    <a:pt x="334" y="334"/>
                  </a:cubicBezTo>
                  <a:cubicBezTo>
                    <a:pt x="390" y="284"/>
                    <a:pt x="396" y="199"/>
                    <a:pt x="349" y="141"/>
                  </a:cubicBezTo>
                  <a:close/>
                  <a:moveTo>
                    <a:pt x="380" y="44"/>
                  </a:moveTo>
                  <a:cubicBezTo>
                    <a:pt x="408" y="44"/>
                    <a:pt x="408" y="44"/>
                    <a:pt x="408" y="44"/>
                  </a:cubicBezTo>
                  <a:cubicBezTo>
                    <a:pt x="408" y="63"/>
                    <a:pt x="408" y="63"/>
                    <a:pt x="408" y="63"/>
                  </a:cubicBezTo>
                  <a:cubicBezTo>
                    <a:pt x="380" y="63"/>
                    <a:pt x="380" y="63"/>
                    <a:pt x="380" y="63"/>
                  </a:cubicBezTo>
                  <a:lnTo>
                    <a:pt x="380" y="44"/>
                  </a:lnTo>
                  <a:close/>
                  <a:moveTo>
                    <a:pt x="173" y="17"/>
                  </a:moveTo>
                  <a:cubicBezTo>
                    <a:pt x="293" y="17"/>
                    <a:pt x="293" y="17"/>
                    <a:pt x="293" y="17"/>
                  </a:cubicBezTo>
                  <a:cubicBezTo>
                    <a:pt x="314" y="63"/>
                    <a:pt x="314" y="63"/>
                    <a:pt x="314" y="63"/>
                  </a:cubicBezTo>
                  <a:cubicBezTo>
                    <a:pt x="152" y="63"/>
                    <a:pt x="152" y="63"/>
                    <a:pt x="152" y="63"/>
                  </a:cubicBezTo>
                  <a:lnTo>
                    <a:pt x="173" y="17"/>
                  </a:lnTo>
                  <a:close/>
                  <a:moveTo>
                    <a:pt x="69" y="44"/>
                  </a:moveTo>
                  <a:cubicBezTo>
                    <a:pt x="85" y="44"/>
                    <a:pt x="85" y="44"/>
                    <a:pt x="85" y="44"/>
                  </a:cubicBezTo>
                  <a:cubicBezTo>
                    <a:pt x="85" y="63"/>
                    <a:pt x="85" y="63"/>
                    <a:pt x="85" y="63"/>
                  </a:cubicBezTo>
                  <a:cubicBezTo>
                    <a:pt x="69" y="63"/>
                    <a:pt x="69" y="63"/>
                    <a:pt x="69" y="63"/>
                  </a:cubicBezTo>
                  <a:lnTo>
                    <a:pt x="69" y="44"/>
                  </a:lnTo>
                  <a:close/>
                  <a:moveTo>
                    <a:pt x="17" y="80"/>
                  </a:moveTo>
                  <a:cubicBezTo>
                    <a:pt x="382" y="80"/>
                    <a:pt x="173" y="80"/>
                    <a:pt x="462" y="80"/>
                  </a:cubicBezTo>
                  <a:cubicBezTo>
                    <a:pt x="462" y="124"/>
                    <a:pt x="462" y="124"/>
                    <a:pt x="462" y="124"/>
                  </a:cubicBezTo>
                  <a:cubicBezTo>
                    <a:pt x="333" y="124"/>
                    <a:pt x="333" y="124"/>
                    <a:pt x="333" y="124"/>
                  </a:cubicBezTo>
                  <a:cubicBezTo>
                    <a:pt x="307" y="101"/>
                    <a:pt x="274" y="89"/>
                    <a:pt x="240" y="89"/>
                  </a:cubicBezTo>
                  <a:cubicBezTo>
                    <a:pt x="205" y="89"/>
                    <a:pt x="172" y="101"/>
                    <a:pt x="146" y="124"/>
                  </a:cubicBezTo>
                  <a:cubicBezTo>
                    <a:pt x="17" y="124"/>
                    <a:pt x="17" y="124"/>
                    <a:pt x="17" y="124"/>
                  </a:cubicBezTo>
                  <a:lnTo>
                    <a:pt x="17" y="80"/>
                  </a:lnTo>
                  <a:close/>
                  <a:moveTo>
                    <a:pt x="462" y="392"/>
                  </a:moveTo>
                  <a:cubicBezTo>
                    <a:pt x="17" y="392"/>
                    <a:pt x="17" y="392"/>
                    <a:pt x="17" y="392"/>
                  </a:cubicBezTo>
                  <a:cubicBezTo>
                    <a:pt x="17" y="351"/>
                    <a:pt x="17" y="351"/>
                    <a:pt x="17" y="351"/>
                  </a:cubicBezTo>
                  <a:cubicBezTo>
                    <a:pt x="169" y="351"/>
                    <a:pt x="169" y="351"/>
                    <a:pt x="169" y="351"/>
                  </a:cubicBezTo>
                  <a:cubicBezTo>
                    <a:pt x="213" y="377"/>
                    <a:pt x="267" y="376"/>
                    <a:pt x="310" y="351"/>
                  </a:cubicBezTo>
                  <a:cubicBezTo>
                    <a:pt x="462" y="351"/>
                    <a:pt x="462" y="351"/>
                    <a:pt x="462" y="351"/>
                  </a:cubicBezTo>
                  <a:lnTo>
                    <a:pt x="462" y="392"/>
                  </a:lnTo>
                  <a:close/>
                </a:path>
              </a:pathLst>
            </a:custGeom>
            <a:grpFill/>
            <a:ln>
              <a:noFill/>
            </a:ln>
          </p:spPr>
          <p:txBody>
            <a:bodyPr vert="horz" wrap="square" lIns="91440" tIns="45720" rIns="91440" bIns="45720" numCol="1" rtlCol="0" anchor="t"/>
            <a:lstStyle/>
            <a:p>
              <a:endParaRPr lang="en-US" dirty="0"/>
            </a:p>
          </p:txBody>
        </p:sp>
        <p:sp>
          <p:nvSpPr>
            <p:cNvPr id="10" name="Freeform 65">
              <a:extLst>
                <a:ext uri="{3F6DDEFD-3387-486A-97DC-6A639E9452A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07949F9-CF31-431C-8D03-715CEC7AD534}"/>
                </a:ext>
              </a:extLst>
            </p:cNvPr>
            <p:cNvSpPr/>
            <p:nvPr/>
          </p:nvSpPr>
          <p:spPr>
            <a:xfrm>
              <a:off x="4270" y="3776"/>
              <a:ext cx="71" cy="118"/>
            </a:xfrm>
            <a:custGeom>
              <a:avLst/>
              <a:gdLst/>
              <a:ahLst/>
              <a:cxnLst/>
              <a:rect l="0" t="0" r="r" b="b"/>
              <a:pathLst>
                <a:path w="71" h="119">
                  <a:moveTo>
                    <a:pt x="39" y="113"/>
                  </a:moveTo>
                  <a:cubicBezTo>
                    <a:pt x="55" y="119"/>
                    <a:pt x="55" y="119"/>
                    <a:pt x="55" y="119"/>
                  </a:cubicBezTo>
                  <a:cubicBezTo>
                    <a:pt x="71" y="74"/>
                    <a:pt x="53" y="23"/>
                    <a:pt x="8" y="0"/>
                  </a:cubicBezTo>
                  <a:cubicBezTo>
                    <a:pt x="0" y="15"/>
                    <a:pt x="0" y="15"/>
                    <a:pt x="0" y="15"/>
                  </a:cubicBezTo>
                  <a:cubicBezTo>
                    <a:pt x="37" y="34"/>
                    <a:pt x="52" y="76"/>
                    <a:pt x="39" y="113"/>
                  </a:cubicBezTo>
                  <a:close/>
                </a:path>
              </a:pathLst>
            </a:custGeom>
            <a:grpFill/>
            <a:ln>
              <a:noFill/>
            </a:ln>
          </p:spPr>
          <p:txBody>
            <a:bodyPr vert="horz" wrap="square" lIns="91440" tIns="45720" rIns="91440" bIns="45720" numCol="1" rtlCol="0" anchor="t"/>
            <a:lstStyle/>
            <a:p>
              <a:endParaRPr lang="en-US" dirty="0"/>
            </a:p>
          </p:txBody>
        </p:sp>
        <p:sp>
          <p:nvSpPr>
            <p:cNvPr id="11" name="Freeform 66">
              <a:extLst>
                <a:ext uri="{40E9CA7A-FA9C-4577-8EEF-456B2015F39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4A6AF6-0F9A-4D7F-A854-8B86D6605018}"/>
                </a:ext>
              </a:extLst>
            </p:cNvPr>
            <p:cNvSpPr/>
            <p:nvPr/>
          </p:nvSpPr>
          <p:spPr>
            <a:xfrm>
              <a:off x="4234" y="3765"/>
              <a:ext cx="29" cy="21"/>
            </a:xfrm>
            <a:custGeom>
              <a:avLst/>
              <a:gdLst/>
              <a:ahLst/>
              <a:cxnLst/>
              <a:rect l="0" t="0" r="r" b="b"/>
              <a:pathLst>
                <a:path w="29" h="21">
                  <a:moveTo>
                    <a:pt x="29" y="5"/>
                  </a:moveTo>
                  <a:cubicBezTo>
                    <a:pt x="19" y="1"/>
                    <a:pt x="10" y="0"/>
                    <a:pt x="0" y="0"/>
                  </a:cubicBezTo>
                  <a:cubicBezTo>
                    <a:pt x="0" y="17"/>
                    <a:pt x="0" y="17"/>
                    <a:pt x="0" y="17"/>
                  </a:cubicBezTo>
                  <a:cubicBezTo>
                    <a:pt x="8" y="17"/>
                    <a:pt x="16" y="18"/>
                    <a:pt x="24" y="21"/>
                  </a:cubicBezTo>
                  <a:lnTo>
                    <a:pt x="29" y="5"/>
                  </a:lnTo>
                  <a:close/>
                </a:path>
              </a:pathLst>
            </a:custGeom>
            <a:grpFill/>
            <a:ln>
              <a:noFill/>
            </a:ln>
          </p:spPr>
          <p:txBody>
            <a:bodyPr vert="horz" wrap="square" lIns="91440" tIns="45720" rIns="91440" bIns="45720" numCol="1" rtlCol="0" anchor="t"/>
            <a:lstStyle/>
            <a:p>
              <a:endParaRPr lang="en-US" dirty="0"/>
            </a:p>
          </p:txBody>
        </p:sp>
        <p:sp>
          <p:nvSpPr>
            <p:cNvPr id="12" name="Freeform 67">
              <a:extLst>
                <a:ext uri="{2E4FA9B7-C922-464F-8723-BADA76505E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BDBED5-2EFD-4B8A-9260-036CDBEDCC10}"/>
                </a:ext>
              </a:extLst>
            </p:cNvPr>
            <p:cNvSpPr/>
            <p:nvPr/>
          </p:nvSpPr>
          <p:spPr>
            <a:xfrm>
              <a:off x="4180" y="3807"/>
              <a:ext cx="108" cy="108"/>
            </a:xfrm>
            <a:custGeom>
              <a:avLst/>
              <a:gdLst/>
              <a:ahLst/>
              <a:cxnLst/>
              <a:rect l="0" t="0" r="r" b="b"/>
              <a:pathLst>
                <a:path w="108" h="108">
                  <a:moveTo>
                    <a:pt x="54" y="0"/>
                  </a:moveTo>
                  <a:cubicBezTo>
                    <a:pt x="24" y="0"/>
                    <a:pt x="0" y="24"/>
                    <a:pt x="0" y="54"/>
                  </a:cubicBezTo>
                  <a:cubicBezTo>
                    <a:pt x="0" y="84"/>
                    <a:pt x="24" y="108"/>
                    <a:pt x="54" y="108"/>
                  </a:cubicBezTo>
                  <a:cubicBezTo>
                    <a:pt x="84" y="108"/>
                    <a:pt x="108" y="84"/>
                    <a:pt x="108" y="54"/>
                  </a:cubicBezTo>
                  <a:cubicBezTo>
                    <a:pt x="108" y="24"/>
                    <a:pt x="84" y="0"/>
                    <a:pt x="54" y="0"/>
                  </a:cubicBezTo>
                  <a:close/>
                  <a:moveTo>
                    <a:pt x="54" y="91"/>
                  </a:moveTo>
                  <a:cubicBezTo>
                    <a:pt x="34" y="91"/>
                    <a:pt x="17" y="74"/>
                    <a:pt x="17" y="54"/>
                  </a:cubicBezTo>
                  <a:cubicBezTo>
                    <a:pt x="17" y="34"/>
                    <a:pt x="34" y="17"/>
                    <a:pt x="54" y="17"/>
                  </a:cubicBezTo>
                  <a:cubicBezTo>
                    <a:pt x="74" y="17"/>
                    <a:pt x="91" y="34"/>
                    <a:pt x="91" y="54"/>
                  </a:cubicBezTo>
                  <a:cubicBezTo>
                    <a:pt x="91" y="74"/>
                    <a:pt x="74" y="91"/>
                    <a:pt x="54" y="91"/>
                  </a:cubicBezTo>
                  <a:close/>
                </a:path>
              </a:pathLst>
            </a:custGeom>
            <a:grpFill/>
            <a:ln>
              <a:noFill/>
            </a:ln>
          </p:spPr>
          <p:txBody>
            <a:bodyPr vert="horz" wrap="square" lIns="91440" tIns="45720" rIns="91440" bIns="45720" numCol="1" rtlCol="0" anchor="t"/>
            <a:lstStyle/>
            <a:p>
              <a:endParaRPr lang="en-US" dirty="0"/>
            </a:p>
          </p:txBody>
        </p:sp>
        <p:sp>
          <p:nvSpPr>
            <p:cNvPr id="13" name="Rectangle 68">
              <a:extLst>
                <a:ext uri="{756C9811-592C-4551-83C2-54ED4AC329E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E1F0FB0-DF21-4580-A57E-4587B45ED4A9}"/>
                </a:ext>
              </a:extLst>
            </p:cNvPr>
            <p:cNvSpPr>
              <a:spLocks noChangeArrowheads="1"/>
            </p:cNvSpPr>
            <p:nvPr/>
          </p:nvSpPr>
          <p:spPr>
            <a:xfrm>
              <a:off x="4034" y="3905"/>
              <a:ext cx="17" cy="32"/>
            </a:xfrm>
            <a:prstGeom prst="rect">
              <a:avLst/>
            </a:prstGeom>
            <a:grpFill/>
            <a:ln>
              <a:noFill/>
            </a:ln>
          </p:spPr>
          <p:txBody>
            <a:bodyPr vert="horz" wrap="square" lIns="91440" tIns="45720" rIns="91440" bIns="45720" numCol="1" rtlCol="0" anchor="t"/>
            <a:lstStyle/>
            <a:p>
              <a:endParaRPr lang="en-US" dirty="0"/>
            </a:p>
          </p:txBody>
        </p:sp>
        <p:sp>
          <p:nvSpPr>
            <p:cNvPr id="14" name="Rectangle 69">
              <a:extLst>
                <a:ext uri="{39D474C4-D68D-45A3-9DA8-878AA1FA60E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9995F6-75BE-4442-A0A1-16A2643C2866}"/>
                </a:ext>
              </a:extLst>
            </p:cNvPr>
            <p:cNvSpPr>
              <a:spLocks noChangeArrowheads="1"/>
            </p:cNvSpPr>
            <p:nvPr/>
          </p:nvSpPr>
          <p:spPr>
            <a:xfrm>
              <a:off x="4034" y="3789"/>
              <a:ext cx="17" cy="91"/>
            </a:xfrm>
            <a:prstGeom prst="rect">
              <a:avLst/>
            </a:prstGeom>
            <a:grpFill/>
            <a:ln>
              <a:noFill/>
            </a:ln>
          </p:spPr>
          <p:txBody>
            <a:bodyPr vert="horz" wrap="square" lIns="91440" tIns="45720" rIns="91440" bIns="45720" numCol="1" rtlCol="0" anchor="t"/>
            <a:lstStyle/>
            <a:p>
              <a:endParaRPr lang="en-US" dirty="0"/>
            </a:p>
          </p:txBody>
        </p:sp>
        <p:sp>
          <p:nvSpPr>
            <p:cNvPr id="15" name="Rectangle 70">
              <a:extLst>
                <a:ext uri="{A456565C-BCBE-4074-AF16-BAC77E0053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329424-41CF-42FE-8838-8349FE2C41B4}"/>
                </a:ext>
              </a:extLst>
            </p:cNvPr>
            <p:cNvSpPr>
              <a:spLocks noChangeArrowheads="1"/>
            </p:cNvSpPr>
            <p:nvPr/>
          </p:nvSpPr>
          <p:spPr>
            <a:xfrm>
              <a:off x="4416" y="3845"/>
              <a:ext cx="17" cy="92"/>
            </a:xfrm>
            <a:prstGeom prst="rect">
              <a:avLst/>
            </a:prstGeom>
            <a:grpFill/>
            <a:ln>
              <a:noFill/>
            </a:ln>
          </p:spPr>
          <p:txBody>
            <a:bodyPr vert="horz" wrap="square" lIns="91440" tIns="45720" rIns="91440" bIns="45720" numCol="1" rtlCol="0" anchor="t"/>
            <a:lstStyle/>
            <a:p>
              <a:endParaRPr lang="en-US" dirty="0"/>
            </a:p>
          </p:txBody>
        </p:sp>
        <p:sp>
          <p:nvSpPr>
            <p:cNvPr id="16" name="Rectangle 71">
              <a:extLst>
                <a:ext uri="{9BE1CAEB-4A2D-41EC-BDAC-F30D98A0EDD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08F9A5E-F8D7-40ED-A338-02C813949BCF}"/>
                </a:ext>
              </a:extLst>
            </p:cNvPr>
            <p:cNvSpPr>
              <a:spLocks noChangeArrowheads="1"/>
            </p:cNvSpPr>
            <p:nvPr/>
          </p:nvSpPr>
          <p:spPr>
            <a:xfrm>
              <a:off x="4416" y="3789"/>
              <a:ext cx="17" cy="27"/>
            </a:xfrm>
            <a:prstGeom prst="rect">
              <a:avLst/>
            </a:prstGeom>
            <a:grpFill/>
            <a:ln>
              <a:noFill/>
            </a:ln>
          </p:spPr>
          <p:txBody>
            <a:bodyPr vert="horz" wrap="square" lIns="91440" tIns="45720" rIns="91440" bIns="45720" numCol="1" rtlCol="0" anchor="t"/>
            <a:lstStyle/>
            <a:p>
              <a:endParaRPr lang="en-US" dirty="0"/>
            </a:p>
          </p:txBody>
        </p:sp>
      </p:grpSp>
      <p:sp>
        <p:nvSpPr>
          <p:cNvPr id="17" name="Text Placeholder 32">
            <a:extLst>
              <a:ext uri="{882BFA71-567B-47D1-945E-BC234519D0F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B30841-A19A-4685-A13E-BE152F665E3D}"/>
              </a:ext>
            </a:extLst>
          </p:cNvPr>
          <p:cNvSpPr>
            <a:spLocks noGrp="1"/>
          </p:cNvSpPr>
          <p:nvPr>
            <p:ph type="body" idx="13"/>
          </p:nvPr>
        </p:nvSpPr>
        <p:spPr>
          <a:xfrm>
            <a:off x="4763277" y="2063920"/>
            <a:ext cx="3752073" cy="1083426"/>
          </a:xfrm>
        </p:spPr>
        <p:txBody>
          <a:bodyPr rtlCol="0" anchor="ctr"/>
          <a:lstStyle>
            <a:lvl1pPr marL="0" lvl="0" indent="0">
              <a:lnSpc>
                <a:spcPct val="100000"/>
              </a:lnSpc>
              <a:buNone/>
              <a:defRPr lang="en-US" sz="1800" dirty="0"/>
            </a:lvl1pPr>
          </a:lstStyle>
          <a:p>
            <a:r>
              <a:rPr lang="en-US" dirty="0"/>
              <a:t>Add pictures in the shapes.</a:t>
            </a:r>
          </a:p>
        </p:txBody>
      </p:sp>
      <p:sp>
        <p:nvSpPr>
          <p:cNvPr id="18" name="Text Placeholder 32">
            <a:extLst>
              <a:ext uri="{DA53B596-6362-4851-B97E-101BFBE857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A8A1AEC-816F-4A26-A12C-7EF1FD45AC1B}"/>
              </a:ext>
            </a:extLst>
          </p:cNvPr>
          <p:cNvSpPr>
            <a:spLocks noGrp="1"/>
          </p:cNvSpPr>
          <p:nvPr>
            <p:ph type="body" idx="14"/>
          </p:nvPr>
        </p:nvSpPr>
        <p:spPr>
          <a:xfrm>
            <a:off x="4763277" y="3545724"/>
            <a:ext cx="3752073" cy="1083426"/>
          </a:xfrm>
        </p:spPr>
        <p:txBody>
          <a:bodyPr rtlCol="0" anchor="ctr"/>
          <a:lstStyle>
            <a:lvl1pPr marL="0" lvl="0" indent="0">
              <a:lnSpc>
                <a:spcPct val="100000"/>
              </a:lnSpc>
              <a:buNone/>
              <a:defRPr lang="en-US" sz="1800" dirty="0"/>
            </a:lvl1pPr>
          </a:lstStyle>
          <a:p>
            <a:r>
              <a:rPr lang="en-US" dirty="0"/>
              <a:t>What did you like</a:t>
            </a:r>
          </a:p>
        </p:txBody>
      </p:sp>
      <p:sp>
        <p:nvSpPr>
          <p:cNvPr id="19" name="Freeform 5">
            <a:extLst>
              <a:ext uri="{3A248FD4-DC4C-4F46-9649-256F24A83C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0292C3-F370-4AAB-B800-B87A70AEBDD2}"/>
              </a:ext>
            </a:extLst>
          </p:cNvPr>
          <p:cNvSpPr/>
          <p:nvPr userDrawn="1"/>
        </p:nvSpPr>
        <p:spPr>
          <a:xfrm>
            <a:off x="3185759" y="2038841"/>
            <a:ext cx="1400881" cy="1108505"/>
          </a:xfrm>
          <a:custGeom>
            <a:avLst/>
            <a:gdLst/>
            <a:ahLst/>
            <a:cxnLst/>
            <a:rect l="0" t="0" r="r" b="b"/>
            <a:pathLst>
              <a:path w="1867842" h="1478007">
                <a:moveTo>
                  <a:pt x="1349511" y="0"/>
                </a:moveTo>
                <a:cubicBezTo>
                  <a:pt x="517818" y="0"/>
                  <a:pt x="517818" y="0"/>
                  <a:pt x="517818" y="0"/>
                </a:cubicBezTo>
                <a:cubicBezTo>
                  <a:pt x="480317" y="0"/>
                  <a:pt x="444871" y="19898"/>
                  <a:pt x="423295" y="53062"/>
                </a:cubicBezTo>
                <a:cubicBezTo>
                  <a:pt x="27227" y="668254"/>
                  <a:pt x="27227" y="668254"/>
                  <a:pt x="27227" y="668254"/>
                </a:cubicBezTo>
                <a:cubicBezTo>
                  <a:pt x="0" y="710814"/>
                  <a:pt x="0" y="767193"/>
                  <a:pt x="27227" y="809753"/>
                </a:cubicBezTo>
                <a:cubicBezTo>
                  <a:pt x="423295" y="1424945"/>
                  <a:pt x="423295" y="1424945"/>
                  <a:pt x="423295" y="1424945"/>
                </a:cubicBezTo>
                <a:cubicBezTo>
                  <a:pt x="444871" y="1458109"/>
                  <a:pt x="480317" y="1478007"/>
                  <a:pt x="517818" y="1478007"/>
                </a:cubicBezTo>
                <a:cubicBezTo>
                  <a:pt x="1349511" y="1478007"/>
                  <a:pt x="1349511" y="1478007"/>
                  <a:pt x="1349511" y="1478007"/>
                </a:cubicBezTo>
                <a:cubicBezTo>
                  <a:pt x="1387011" y="1478007"/>
                  <a:pt x="1422457" y="1458109"/>
                  <a:pt x="1444033" y="1424945"/>
                </a:cubicBezTo>
                <a:cubicBezTo>
                  <a:pt x="1840102" y="809753"/>
                  <a:pt x="1840102" y="809753"/>
                  <a:pt x="1840102" y="809753"/>
                </a:cubicBezTo>
                <a:cubicBezTo>
                  <a:pt x="1867842" y="767193"/>
                  <a:pt x="1867842" y="710814"/>
                  <a:pt x="1840102" y="668254"/>
                </a:cubicBezTo>
                <a:cubicBezTo>
                  <a:pt x="1444033" y="53062"/>
                  <a:pt x="1444033" y="53062"/>
                  <a:pt x="1444033" y="53062"/>
                </a:cubicBezTo>
                <a:cubicBezTo>
                  <a:pt x="1422457" y="19898"/>
                  <a:pt x="1387011" y="0"/>
                  <a:pt x="1349511"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20" name="Picture Placeholder 29">
            <a:extLst>
              <a:ext uri="{3DBBCE34-80A1-468C-81AC-539DAB203B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F85FFE7-D105-4E34-971C-FD865F0EDE77}"/>
              </a:ext>
            </a:extLst>
          </p:cNvPr>
          <p:cNvSpPr>
            <a:spLocks noGrp="1"/>
          </p:cNvSpPr>
          <p:nvPr>
            <p:ph type="pic" idx="15"/>
          </p:nvPr>
        </p:nvSpPr>
        <p:spPr>
          <a:xfrm>
            <a:off x="3283788" y="2137593"/>
            <a:ext cx="1204822" cy="921328"/>
          </a:xfrm>
          <a:custGeom>
            <a:avLst/>
            <a:gdLst/>
            <a:ahLst/>
            <a:cxnLst/>
            <a:rect l="0" t="0" r="r" b="b"/>
            <a:pathLst>
              <a:path w="1606430" h="1228438">
                <a:moveTo>
                  <a:pt x="442751" y="0"/>
                </a:moveTo>
                <a:cubicBezTo>
                  <a:pt x="442751" y="0"/>
                  <a:pt x="442751" y="0"/>
                  <a:pt x="1163346" y="0"/>
                </a:cubicBezTo>
                <a:cubicBezTo>
                  <a:pt x="1195838" y="0"/>
                  <a:pt x="1226548" y="16538"/>
                  <a:pt x="1245243" y="44102"/>
                </a:cubicBezTo>
                <a:cubicBezTo>
                  <a:pt x="1245243" y="44102"/>
                  <a:pt x="1245243" y="44102"/>
                  <a:pt x="1588405" y="555415"/>
                </a:cubicBezTo>
                <a:cubicBezTo>
                  <a:pt x="1612439" y="590790"/>
                  <a:pt x="1612439" y="637648"/>
                  <a:pt x="1588405" y="673023"/>
                </a:cubicBezTo>
                <a:cubicBezTo>
                  <a:pt x="1588405" y="673023"/>
                  <a:pt x="1588405" y="673023"/>
                  <a:pt x="1245243" y="1184335"/>
                </a:cubicBezTo>
                <a:cubicBezTo>
                  <a:pt x="1226548" y="1211900"/>
                  <a:pt x="1195838" y="1228438"/>
                  <a:pt x="1163346" y="1228438"/>
                </a:cubicBezTo>
                <a:cubicBezTo>
                  <a:pt x="1163346" y="1228438"/>
                  <a:pt x="1163346" y="1228438"/>
                  <a:pt x="442751" y="1228438"/>
                </a:cubicBezTo>
                <a:cubicBezTo>
                  <a:pt x="410259" y="1228438"/>
                  <a:pt x="379549" y="1211900"/>
                  <a:pt x="360854" y="1184335"/>
                </a:cubicBezTo>
                <a:cubicBezTo>
                  <a:pt x="360854" y="1184335"/>
                  <a:pt x="360854" y="1184335"/>
                  <a:pt x="17692" y="673023"/>
                </a:cubicBezTo>
                <a:cubicBezTo>
                  <a:pt x="-5897" y="637648"/>
                  <a:pt x="-5897" y="590790"/>
                  <a:pt x="17692" y="555415"/>
                </a:cubicBezTo>
                <a:cubicBezTo>
                  <a:pt x="17692" y="555415"/>
                  <a:pt x="17692" y="555415"/>
                  <a:pt x="360854" y="44102"/>
                </a:cubicBezTo>
                <a:cubicBezTo>
                  <a:pt x="379549" y="16538"/>
                  <a:pt x="410259" y="0"/>
                  <a:pt x="442751"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21" name="Freeform 5">
            <a:extLst>
              <a:ext uri="{7C527008-1AC0-4396-BF3D-96F28DB6CE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F7FD55-DC68-4886-9026-D6FCC86D78A9}"/>
              </a:ext>
            </a:extLst>
          </p:cNvPr>
          <p:cNvSpPr/>
          <p:nvPr userDrawn="1"/>
        </p:nvSpPr>
        <p:spPr>
          <a:xfrm>
            <a:off x="3185759" y="3512010"/>
            <a:ext cx="1400881" cy="1108505"/>
          </a:xfrm>
          <a:custGeom>
            <a:avLst/>
            <a:gdLst/>
            <a:ahLst/>
            <a:cxnLst/>
            <a:rect l="0" t="0" r="r" b="b"/>
            <a:pathLst>
              <a:path w="1867842" h="1478007">
                <a:moveTo>
                  <a:pt x="1349511" y="0"/>
                </a:moveTo>
                <a:cubicBezTo>
                  <a:pt x="517818" y="0"/>
                  <a:pt x="517818" y="0"/>
                  <a:pt x="517818" y="0"/>
                </a:cubicBezTo>
                <a:cubicBezTo>
                  <a:pt x="480317" y="0"/>
                  <a:pt x="444871" y="19898"/>
                  <a:pt x="423295" y="53062"/>
                </a:cubicBezTo>
                <a:cubicBezTo>
                  <a:pt x="27227" y="668254"/>
                  <a:pt x="27227" y="668254"/>
                  <a:pt x="27227" y="668254"/>
                </a:cubicBezTo>
                <a:cubicBezTo>
                  <a:pt x="0" y="710814"/>
                  <a:pt x="0" y="767193"/>
                  <a:pt x="27227" y="809753"/>
                </a:cubicBezTo>
                <a:cubicBezTo>
                  <a:pt x="423295" y="1424945"/>
                  <a:pt x="423295" y="1424945"/>
                  <a:pt x="423295" y="1424945"/>
                </a:cubicBezTo>
                <a:cubicBezTo>
                  <a:pt x="444871" y="1458109"/>
                  <a:pt x="480317" y="1478007"/>
                  <a:pt x="517818" y="1478007"/>
                </a:cubicBezTo>
                <a:cubicBezTo>
                  <a:pt x="1349511" y="1478007"/>
                  <a:pt x="1349511" y="1478007"/>
                  <a:pt x="1349511" y="1478007"/>
                </a:cubicBezTo>
                <a:cubicBezTo>
                  <a:pt x="1387011" y="1478007"/>
                  <a:pt x="1422457" y="1458109"/>
                  <a:pt x="1444033" y="1424945"/>
                </a:cubicBezTo>
                <a:cubicBezTo>
                  <a:pt x="1840102" y="809753"/>
                  <a:pt x="1840102" y="809753"/>
                  <a:pt x="1840102" y="809753"/>
                </a:cubicBezTo>
                <a:cubicBezTo>
                  <a:pt x="1867842" y="767193"/>
                  <a:pt x="1867842" y="710814"/>
                  <a:pt x="1840102" y="668254"/>
                </a:cubicBezTo>
                <a:cubicBezTo>
                  <a:pt x="1444033" y="53062"/>
                  <a:pt x="1444033" y="53062"/>
                  <a:pt x="1444033" y="53062"/>
                </a:cubicBezTo>
                <a:cubicBezTo>
                  <a:pt x="1422457" y="19898"/>
                  <a:pt x="1387011" y="0"/>
                  <a:pt x="1349511"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22" name="Picture Placeholder 31">
            <a:extLst>
              <a:ext uri="{7A907647-CAD8-41F4-AC3B-30991AD11DD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E1B8E09-790A-41FA-B417-99209B6116D9}"/>
              </a:ext>
            </a:extLst>
          </p:cNvPr>
          <p:cNvSpPr>
            <a:spLocks noGrp="1"/>
          </p:cNvSpPr>
          <p:nvPr>
            <p:ph type="pic" idx="16"/>
          </p:nvPr>
        </p:nvSpPr>
        <p:spPr>
          <a:xfrm>
            <a:off x="3283788" y="3610761"/>
            <a:ext cx="1204822" cy="921328"/>
          </a:xfrm>
          <a:custGeom>
            <a:avLst/>
            <a:gdLst/>
            <a:ahLst/>
            <a:cxnLst/>
            <a:rect l="0" t="0" r="r" b="b"/>
            <a:pathLst>
              <a:path w="1606430" h="1228438">
                <a:moveTo>
                  <a:pt x="442751" y="0"/>
                </a:moveTo>
                <a:cubicBezTo>
                  <a:pt x="442751" y="0"/>
                  <a:pt x="442751" y="0"/>
                  <a:pt x="1163346" y="0"/>
                </a:cubicBezTo>
                <a:cubicBezTo>
                  <a:pt x="1195838" y="0"/>
                  <a:pt x="1226548" y="16538"/>
                  <a:pt x="1245243" y="44102"/>
                </a:cubicBezTo>
                <a:cubicBezTo>
                  <a:pt x="1245243" y="44102"/>
                  <a:pt x="1245243" y="44102"/>
                  <a:pt x="1588405" y="555415"/>
                </a:cubicBezTo>
                <a:cubicBezTo>
                  <a:pt x="1612439" y="590790"/>
                  <a:pt x="1612439" y="637648"/>
                  <a:pt x="1588405" y="673023"/>
                </a:cubicBezTo>
                <a:cubicBezTo>
                  <a:pt x="1588405" y="673023"/>
                  <a:pt x="1588405" y="673023"/>
                  <a:pt x="1245243" y="1184335"/>
                </a:cubicBezTo>
                <a:cubicBezTo>
                  <a:pt x="1226548" y="1211900"/>
                  <a:pt x="1195838" y="1228438"/>
                  <a:pt x="1163346" y="1228438"/>
                </a:cubicBezTo>
                <a:cubicBezTo>
                  <a:pt x="1163346" y="1228438"/>
                  <a:pt x="1163346" y="1228438"/>
                  <a:pt x="442751" y="1228438"/>
                </a:cubicBezTo>
                <a:cubicBezTo>
                  <a:pt x="410259" y="1228438"/>
                  <a:pt x="379549" y="1211900"/>
                  <a:pt x="360854" y="1184335"/>
                </a:cubicBezTo>
                <a:cubicBezTo>
                  <a:pt x="360854" y="1184335"/>
                  <a:pt x="360854" y="1184335"/>
                  <a:pt x="17692" y="673023"/>
                </a:cubicBezTo>
                <a:cubicBezTo>
                  <a:pt x="-5897" y="637648"/>
                  <a:pt x="-5897" y="590790"/>
                  <a:pt x="17692" y="555415"/>
                </a:cubicBezTo>
                <a:cubicBezTo>
                  <a:pt x="17692" y="555415"/>
                  <a:pt x="17692" y="555415"/>
                  <a:pt x="360854" y="44102"/>
                </a:cubicBezTo>
                <a:cubicBezTo>
                  <a:pt x="379549" y="16538"/>
                  <a:pt x="410259" y="0"/>
                  <a:pt x="442751"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23" name="Date Placeholder 1">
            <a:extLst>
              <a:ext uri="{DE22BFAE-4AA8-45BB-8DFD-C77C68BD35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54CD31-E419-4723-A9D5-1FC7363BD50B}"/>
              </a:ext>
            </a:extLst>
          </p:cNvPr>
          <p:cNvSpPr>
            <a:spLocks noGrp="1"/>
          </p:cNvSpPr>
          <p:nvPr>
            <p:ph type="dt" sz="half" idx="17"/>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24" name="Slide Number Placeholder 1">
            <a:extLst>
              <a:ext uri="{DE2601D0-0F75-44ED-8E6B-9F373BB5D1D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6AF3A2-CAA5-42A4-9EB2-2A81D45196A3}"/>
              </a:ext>
            </a:extLst>
          </p:cNvPr>
          <p:cNvSpPr>
            <a:spLocks noGrp="1"/>
          </p:cNvSpPr>
          <p:nvPr>
            <p:ph type="sldNum" sz="quarter" idx="18"/>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6FF0BB21-C52D-4DDC-85AC-F88ED39D526C}" type="slidenum">
              <a:t>‹#›</a:t>
            </a:fld>
            <a:endParaRPr lang="en-US" dirty="0"/>
          </a:p>
        </p:txBody>
      </p:sp>
      <p:sp>
        <p:nvSpPr>
          <p:cNvPr id="25" name="Footer Placeholder 1">
            <a:extLst>
              <a:ext uri="{FCCF9843-388A-4A57-8293-FEA79494F2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00D4C9-9750-4446-852C-27820F79CD05}"/>
              </a:ext>
            </a:extLst>
          </p:cNvPr>
          <p:cNvSpPr>
            <a:spLocks noGrp="1"/>
          </p:cNvSpPr>
          <p:nvPr>
            <p:ph type="ftr" sz="quarter" idx="19"/>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66805E88-21B7-4D6A-8023-C8E4074978C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rst Day">
    <p:spTree>
      <p:nvGrpSpPr>
        <p:cNvPr id="1" name=""/>
        <p:cNvGrpSpPr/>
        <p:nvPr/>
      </p:nvGrpSpPr>
      <p:grpSpPr>
        <a:xfrm>
          <a:off x="0" y="0"/>
          <a:ext cx="0" cy="0"/>
          <a:chOff x="0" y="0"/>
          <a:chExt cx="0" cy="0"/>
        </a:xfrm>
      </p:grpSpPr>
      <p:sp>
        <p:nvSpPr>
          <p:cNvPr id="2" name="Rectangle 6">
            <a:extLst>
              <a:ext uri="{1E53D5BA-9EAC-4723-BC13-B9B5363C37F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6EA7C3-63FB-4D72-B5E1-A89A7A32455F}"/>
              </a:ext>
            </a:extLst>
          </p:cNvPr>
          <p:cNvSpPr/>
          <p:nvPr userDrawn="1"/>
        </p:nvSpPr>
        <p:spPr>
          <a:xfrm>
            <a:off x="3886200" y="0"/>
            <a:ext cx="5257801" cy="5143500"/>
          </a:xfrm>
          <a:prstGeom prst="rect">
            <a:avLst/>
          </a:prstGeom>
          <a:solidFill>
            <a:schemeClr val="accent4"/>
          </a:solidFill>
          <a:ln w="12700" cap="flat">
            <a:solidFill>
              <a:schemeClr val="accent1">
                <a:shade val="50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Shape 37">
            <a:extLst>
              <a:ext uri="{0E52FC01-1629-4E87-AF6D-437893E96CC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4457124-7EBA-4092-9B2C-D651F2917877}"/>
              </a:ext>
            </a:extLst>
          </p:cNvPr>
          <p:cNvSpPr/>
          <p:nvPr userDrawn="1"/>
        </p:nvSpPr>
        <p:spPr>
          <a:xfrm rot="1048366" flipV="1">
            <a:off x="2602725" y="742020"/>
            <a:ext cx="1428968" cy="462403"/>
          </a:xfrm>
          <a:custGeom>
            <a:avLst/>
            <a:gdLst/>
            <a:ahLst/>
            <a:cxnLst/>
            <a:rect l="0" t="0" r="r" b="b"/>
            <a:pathLst>
              <a:path w="1905291" h="616538">
                <a:moveTo>
                  <a:pt x="1905291" y="575079"/>
                </a:moveTo>
                <a:cubicBezTo>
                  <a:pt x="1117879" y="737897"/>
                  <a:pt x="1049123" y="379386"/>
                  <a:pt x="923381" y="220748"/>
                </a:cubicBezTo>
                <a:cubicBezTo>
                  <a:pt x="797639" y="62110"/>
                  <a:pt x="453511" y="-131245"/>
                  <a:pt x="0" y="123523"/>
                </a:cubicBezTo>
              </a:path>
            </a:pathLst>
          </a:custGeom>
          <a:noFill/>
          <a:ln w="50800" cap="rnd">
            <a:solidFill>
              <a:schemeClr val="accent3"/>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10800000" rtlCol="0" anchor="ctr"/>
          <a:lstStyle/>
          <a:p>
            <a:pPr algn="ctr"/>
            <a:endParaRPr lang="en-US" dirty="0"/>
          </a:p>
        </p:txBody>
      </p:sp>
      <p:sp>
        <p:nvSpPr>
          <p:cNvPr id="4" name="Title 1">
            <a:extLst>
              <a:ext uri="{AAE8D139-627B-4015-9A51-EF7B2309EB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4C01A2D-DD2D-4F0F-B913-4F7E4FC1A916}"/>
              </a:ext>
            </a:extLst>
          </p:cNvPr>
          <p:cNvSpPr>
            <a:spLocks noGrp="1"/>
          </p:cNvSpPr>
          <p:nvPr>
            <p:ph type="title" idx="10"/>
          </p:nvPr>
        </p:nvSpPr>
        <p:spPr>
          <a:xfrm>
            <a:off x="628649" y="549728"/>
            <a:ext cx="3024285" cy="936171"/>
          </a:xfrm>
        </p:spPr>
        <p:txBody>
          <a:bodyPr rtlCol="0"/>
          <a:lstStyle>
            <a:lvl1pPr lvl="0">
              <a:defRPr lang="en-US" dirty="0">
                <a:solidFill>
                  <a:schemeClr val="accent3"/>
                </a:solidFill>
              </a:defRPr>
            </a:lvl1pPr>
          </a:lstStyle>
          <a:p>
            <a:r>
              <a:rPr lang="en-US" dirty="0"/>
              <a:t>First Day</a:t>
            </a:r>
          </a:p>
        </p:txBody>
      </p:sp>
      <p:sp>
        <p:nvSpPr>
          <p:cNvPr id="5" name="Text Placeholder 32">
            <a:extLst>
              <a:ext uri="{2371F394-B0F7-4A34-8A64-92DB572C55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76487A6-9EFC-42B9-96F9-A6049251D0DB}"/>
              </a:ext>
            </a:extLst>
          </p:cNvPr>
          <p:cNvSpPr>
            <a:spLocks noGrp="1"/>
          </p:cNvSpPr>
          <p:nvPr>
            <p:ph type="body" idx="11"/>
          </p:nvPr>
        </p:nvSpPr>
        <p:spPr>
          <a:xfrm>
            <a:off x="628650" y="1485900"/>
            <a:ext cx="3024285" cy="2854778"/>
          </a:xfrm>
        </p:spPr>
        <p:txBody>
          <a:bodyPr rtlCol="0" anchor="t"/>
          <a:lstStyle>
            <a:lvl1pPr marL="0" lvl="0" indent="0">
              <a:lnSpc>
                <a:spcPct val="100000"/>
              </a:lnSpc>
              <a:buNone/>
            </a:lvl1pPr>
          </a:lstStyle>
          <a:p>
            <a:r>
              <a:rPr lang="en-US" dirty="0"/>
              <a:t>Use this space to display pictures of your first day. Tell a fun story of what happened that day.</a:t>
            </a:r>
          </a:p>
        </p:txBody>
      </p:sp>
      <p:sp>
        <p:nvSpPr>
          <p:cNvPr id="6" name="Picture Placeholder 3">
            <a:extLst>
              <a:ext uri="{642CD36A-6673-492E-AC71-8A27B867D56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2006C1-1750-4431-9D78-79D65BBCBB1C}"/>
              </a:ext>
            </a:extLst>
          </p:cNvPr>
          <p:cNvSpPr>
            <a:spLocks noGrp="1"/>
          </p:cNvSpPr>
          <p:nvPr>
            <p:ph type="pic" idx="12"/>
          </p:nvPr>
        </p:nvSpPr>
        <p:spPr>
          <a:xfrm>
            <a:off x="6138182" y="2539436"/>
            <a:ext cx="2375807" cy="2089712"/>
          </a:xfrm>
          <a:prstGeom prst="roundRect">
            <a:avLst>
              <a:gd name="adj" fmla="val 3153"/>
            </a:avLst>
          </a:prstGeom>
          <a:noFill/>
        </p:spPr>
        <p:txBody>
          <a:bodyPr rtlCol="0" anchor="ctr"/>
          <a:lstStyle>
            <a:lvl1pPr marL="0" lvl="0" indent="0" algn="ctr">
              <a:buNone/>
            </a:lvl1pPr>
          </a:lstStyle>
          <a:p>
            <a:endParaRPr lang="en-US" dirty="0"/>
          </a:p>
        </p:txBody>
      </p:sp>
      <p:sp>
        <p:nvSpPr>
          <p:cNvPr id="7" name="Picture Placeholder 3">
            <a:extLst>
              <a:ext uri="{4CA58D1F-060E-4BF2-BD9C-3709E9DE8D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66B5C84-AD41-4EF5-BBDF-312BBB9CFCD8}"/>
              </a:ext>
            </a:extLst>
          </p:cNvPr>
          <p:cNvSpPr>
            <a:spLocks noGrp="1"/>
          </p:cNvSpPr>
          <p:nvPr>
            <p:ph type="pic" idx="13"/>
          </p:nvPr>
        </p:nvSpPr>
        <p:spPr>
          <a:xfrm>
            <a:off x="5686425" y="538162"/>
            <a:ext cx="2827564" cy="1661432"/>
          </a:xfrm>
          <a:prstGeom prst="roundRect">
            <a:avLst>
              <a:gd name="adj" fmla="val 4813"/>
            </a:avLst>
          </a:prstGeom>
          <a:noFill/>
        </p:spPr>
        <p:txBody>
          <a:bodyPr rtlCol="0" anchor="ctr"/>
          <a:lstStyle>
            <a:lvl1pPr marL="0" lvl="0" indent="0" algn="ctr">
              <a:buNone/>
            </a:lvl1pPr>
          </a:lstStyle>
          <a:p>
            <a:endParaRPr lang="en-US" dirty="0"/>
          </a:p>
        </p:txBody>
      </p:sp>
      <p:sp>
        <p:nvSpPr>
          <p:cNvPr id="8" name="Picture Placeholder 3">
            <a:extLst>
              <a:ext uri="{475327A9-C8C7-42DA-91B0-1925513A046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0A6EBD9-0481-4B57-8BD3-F9559E258D8A}"/>
              </a:ext>
            </a:extLst>
          </p:cNvPr>
          <p:cNvSpPr>
            <a:spLocks noGrp="1"/>
          </p:cNvSpPr>
          <p:nvPr>
            <p:ph type="pic" idx="14"/>
          </p:nvPr>
        </p:nvSpPr>
        <p:spPr>
          <a:xfrm>
            <a:off x="4286444" y="2539436"/>
            <a:ext cx="1467301" cy="2089712"/>
          </a:xfrm>
          <a:prstGeom prst="roundRect">
            <a:avLst>
              <a:gd name="adj" fmla="val 4518"/>
            </a:avLst>
          </a:prstGeom>
          <a:noFill/>
        </p:spPr>
        <p:txBody>
          <a:bodyPr rtlCol="0" anchor="ctr"/>
          <a:lstStyle>
            <a:lvl1pPr marL="0" lvl="0" indent="0" algn="ctr">
              <a:buNone/>
            </a:lvl1pPr>
          </a:lstStyle>
          <a:p>
            <a:endParaRPr lang="en-US" dirty="0"/>
          </a:p>
        </p:txBody>
      </p:sp>
      <p:sp>
        <p:nvSpPr>
          <p:cNvPr id="9" name="Picture Placeholder 3">
            <a:extLst>
              <a:ext uri="{15FB8022-C4E7-47E3-A1CF-D9E19DC564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0E8AC61-9A7B-4477-A59F-AC64CF9F8A2C}"/>
              </a:ext>
            </a:extLst>
          </p:cNvPr>
          <p:cNvSpPr>
            <a:spLocks noGrp="1"/>
          </p:cNvSpPr>
          <p:nvPr>
            <p:ph type="pic" idx="15"/>
          </p:nvPr>
        </p:nvSpPr>
        <p:spPr>
          <a:xfrm>
            <a:off x="4274018" y="538162"/>
            <a:ext cx="1072895" cy="1661432"/>
          </a:xfrm>
          <a:prstGeom prst="roundRect">
            <a:avLst>
              <a:gd name="adj" fmla="val 5994"/>
            </a:avLst>
          </a:prstGeom>
          <a:noFill/>
        </p:spPr>
        <p:txBody>
          <a:bodyPr rtlCol="0" anchor="ctr"/>
          <a:lstStyle>
            <a:lvl1pPr marL="0" lvl="0" indent="0" algn="ctr">
              <a:buNone/>
            </a:lvl1pPr>
          </a:lstStyle>
          <a:p>
            <a:endParaRPr lang="en-US" dirty="0"/>
          </a:p>
        </p:txBody>
      </p:sp>
      <p:sp>
        <p:nvSpPr>
          <p:cNvPr id="10" name="Rectangle: Rounded Corners 4">
            <a:extLst>
              <a:ext uri="{36D6F634-F665-4968-B4AA-7806EEB14A7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96B319-EF27-4EAC-8F56-FD69EAE32362}"/>
              </a:ext>
            </a:extLst>
          </p:cNvPr>
          <p:cNvSpPr/>
          <p:nvPr userDrawn="1"/>
        </p:nvSpPr>
        <p:spPr>
          <a:xfrm>
            <a:off x="4181621" y="450166"/>
            <a:ext cx="1260608" cy="1846682"/>
          </a:xfrm>
          <a:prstGeom prst="roundRect">
            <a:avLst>
              <a:gd name="adj" fmla="val 6768"/>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29">
            <a:extLst>
              <a:ext uri="{F7A7C0A5-B475-443B-BFCD-231D87D5E4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5275A3-D04D-44CF-9A03-CFD154DE6AA4}"/>
              </a:ext>
            </a:extLst>
          </p:cNvPr>
          <p:cNvSpPr/>
          <p:nvPr userDrawn="1"/>
        </p:nvSpPr>
        <p:spPr>
          <a:xfrm>
            <a:off x="6019798" y="2443843"/>
            <a:ext cx="2596243" cy="2291663"/>
          </a:xfrm>
          <a:prstGeom prst="roundRect">
            <a:avLst>
              <a:gd name="adj" fmla="val 3623"/>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28">
            <a:extLst>
              <a:ext uri="{B5C7B9B5-181A-4581-B1B2-9420832C55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D66F26B-2466-4723-94F9-B329557434D1}"/>
              </a:ext>
            </a:extLst>
          </p:cNvPr>
          <p:cNvSpPr/>
          <p:nvPr userDrawn="1"/>
        </p:nvSpPr>
        <p:spPr>
          <a:xfrm>
            <a:off x="5584372" y="450166"/>
            <a:ext cx="3031671" cy="1846682"/>
          </a:xfrm>
          <a:prstGeom prst="roundRect">
            <a:avLst>
              <a:gd name="adj" fmla="val 4563"/>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31">
            <a:extLst>
              <a:ext uri="{BC3B0F4B-FFB0-425D-AB02-923D8A8C0CE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1E31E1-F30E-4920-A398-61A6D44CBA5E}"/>
              </a:ext>
            </a:extLst>
          </p:cNvPr>
          <p:cNvSpPr/>
          <p:nvPr userDrawn="1"/>
        </p:nvSpPr>
        <p:spPr>
          <a:xfrm>
            <a:off x="4181621" y="2443842"/>
            <a:ext cx="1691221" cy="2291664"/>
          </a:xfrm>
          <a:prstGeom prst="roundRect">
            <a:avLst>
              <a:gd name="adj" fmla="val 4641"/>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ate Placeholder 1">
            <a:extLst>
              <a:ext uri="{EB8871CD-0189-4126-8497-36E5A19FAA1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0611786-3AEF-47DF-AC7D-9C52DA19353B}"/>
              </a:ext>
            </a:extLst>
          </p:cNvPr>
          <p:cNvSpPr>
            <a:spLocks noGrp="1"/>
          </p:cNvSpPr>
          <p:nvPr>
            <p:ph type="dt" sz="half" idx="16"/>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15" name="Slide Number Placeholder 1">
            <a:extLst>
              <a:ext uri="{9F53C175-FD83-48CC-9614-3852048120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0E39193-795D-4583-B513-0BC2ACF66B21}"/>
              </a:ext>
            </a:extLst>
          </p:cNvPr>
          <p:cNvSpPr>
            <a:spLocks noGrp="1"/>
          </p:cNvSpPr>
          <p:nvPr>
            <p:ph type="sldNum" sz="quarter" idx="17"/>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8A844E9F-E18B-41A1-8175-D2323EA92A07}" type="slidenum">
              <a:t>‹#›</a:t>
            </a:fld>
            <a:endParaRPr lang="en-US" dirty="0"/>
          </a:p>
        </p:txBody>
      </p:sp>
      <p:sp>
        <p:nvSpPr>
          <p:cNvPr id="16" name="Footer Placeholder 1">
            <a:extLst>
              <a:ext uri="{F4140B4A-5C76-4E00-BBB8-1F25774546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958715-72DD-4105-91A7-FDD7C35CDD6C}"/>
              </a:ext>
            </a:extLst>
          </p:cNvPr>
          <p:cNvSpPr>
            <a:spLocks noGrp="1"/>
          </p:cNvSpPr>
          <p:nvPr>
            <p:ph type="ftr" sz="quarter" idx="18"/>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1874D6E9-1B1A-4723-88AD-02B7AC99680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ond day">
    <p:spTree>
      <p:nvGrpSpPr>
        <p:cNvPr id="1" name=""/>
        <p:cNvGrpSpPr/>
        <p:nvPr/>
      </p:nvGrpSpPr>
      <p:grpSpPr>
        <a:xfrm>
          <a:off x="0" y="0"/>
          <a:ext cx="0" cy="0"/>
          <a:chOff x="0" y="0"/>
          <a:chExt cx="0" cy="0"/>
        </a:xfrm>
      </p:grpSpPr>
      <p:sp>
        <p:nvSpPr>
          <p:cNvPr id="2" name="Rectangle 6">
            <a:extLst>
              <a:ext uri="{0D5BC147-FC44-4C66-B6E8-00A192C9C3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369F1D9-5D84-44E5-BEF3-A8A6BB3E05C1}"/>
              </a:ext>
            </a:extLst>
          </p:cNvPr>
          <p:cNvSpPr/>
          <p:nvPr userDrawn="1"/>
        </p:nvSpPr>
        <p:spPr>
          <a:xfrm rot="10800000" flipV="1">
            <a:off x="0" y="1796142"/>
            <a:ext cx="9144000" cy="3347357"/>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10800000" rtlCol="0" anchor="ctr"/>
          <a:lstStyle/>
          <a:p>
            <a:pPr algn="ctr"/>
            <a:endParaRPr lang="en-US" dirty="0"/>
          </a:p>
        </p:txBody>
      </p:sp>
      <p:sp>
        <p:nvSpPr>
          <p:cNvPr id="3" name="Freeform: Shape 24">
            <a:extLst>
              <a:ext uri="{60746C07-255C-4E37-B4EB-E9950F2458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DDADC8E-C5E0-448F-9274-2D21722E505F}"/>
              </a:ext>
            </a:extLst>
          </p:cNvPr>
          <p:cNvSpPr/>
          <p:nvPr userDrawn="1"/>
        </p:nvSpPr>
        <p:spPr>
          <a:xfrm>
            <a:off x="0" y="3989750"/>
            <a:ext cx="9162229" cy="941633"/>
          </a:xfrm>
          <a:custGeom>
            <a:avLst/>
            <a:gdLst/>
            <a:ahLst/>
            <a:cxnLst/>
            <a:rect l="0" t="0" r="r" b="b"/>
            <a:pathLst>
              <a:path w="12216304" h="1255511">
                <a:moveTo>
                  <a:pt x="12216305" y="390974"/>
                </a:moveTo>
                <a:cubicBezTo>
                  <a:pt x="10994938" y="1915408"/>
                  <a:pt x="9577227" y="-136443"/>
                  <a:pt x="8548489" y="7271"/>
                </a:cubicBezTo>
                <a:cubicBezTo>
                  <a:pt x="7519750" y="150985"/>
                  <a:pt x="6939276" y="1199886"/>
                  <a:pt x="6043873" y="1253259"/>
                </a:cubicBezTo>
                <a:cubicBezTo>
                  <a:pt x="5148470" y="1306632"/>
                  <a:pt x="4686612" y="394447"/>
                  <a:pt x="3176072" y="327509"/>
                </a:cubicBezTo>
                <a:cubicBezTo>
                  <a:pt x="2168163" y="282845"/>
                  <a:pt x="1002469" y="1601860"/>
                  <a:pt x="0" y="925274"/>
                </a:cubicBezTo>
              </a:path>
            </a:pathLst>
          </a:custGeom>
          <a:noFill/>
          <a:ln w="50800" cap="rnd">
            <a:solidFill>
              <a:schemeClr val="accent5"/>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3F7B92B4-874D-420A-B441-9E19E5907B9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44C253F-CB85-4EB7-8306-0CE9FF0C7B02}"/>
              </a:ext>
            </a:extLst>
          </p:cNvPr>
          <p:cNvSpPr>
            <a:spLocks noGrp="1"/>
          </p:cNvSpPr>
          <p:nvPr>
            <p:ph type="title" idx="10"/>
          </p:nvPr>
        </p:nvSpPr>
        <p:spPr>
          <a:xfrm>
            <a:off x="628650" y="549728"/>
            <a:ext cx="3071812" cy="772886"/>
          </a:xfrm>
        </p:spPr>
        <p:txBody>
          <a:bodyPr rtlCol="0"/>
          <a:lstStyle>
            <a:lvl1pPr lvl="0">
              <a:defRPr lang="en-US" dirty="0">
                <a:solidFill>
                  <a:schemeClr val="accent3"/>
                </a:solidFill>
              </a:defRPr>
            </a:lvl1pPr>
          </a:lstStyle>
          <a:p>
            <a:r>
              <a:rPr lang="en-US" dirty="0"/>
              <a:t>Second Day</a:t>
            </a:r>
          </a:p>
        </p:txBody>
      </p:sp>
      <p:sp>
        <p:nvSpPr>
          <p:cNvPr id="5" name="Text Placeholder 32">
            <a:extLst>
              <a:ext uri="{006898EF-425B-4BD2-93CD-1F33A317B1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C660C7-3E2C-44BC-A6DC-038B1E88405A}"/>
              </a:ext>
            </a:extLst>
          </p:cNvPr>
          <p:cNvSpPr>
            <a:spLocks noGrp="1"/>
          </p:cNvSpPr>
          <p:nvPr>
            <p:ph type="body" idx="11"/>
          </p:nvPr>
        </p:nvSpPr>
        <p:spPr>
          <a:xfrm>
            <a:off x="3886201" y="550919"/>
            <a:ext cx="4629150" cy="1027849"/>
          </a:xfrm>
        </p:spPr>
        <p:txBody>
          <a:bodyPr rtlCol="0"/>
          <a:lstStyle>
            <a:lvl1pPr marL="0" lvl="0" indent="0">
              <a:buNone/>
            </a:lvl1pPr>
          </a:lstStyle>
          <a:p>
            <a:r>
              <a:rPr lang="en-US" dirty="0"/>
              <a:t>Use this space to display pictures of your second day. Tell a fun story of what happened that day.</a:t>
            </a:r>
          </a:p>
        </p:txBody>
      </p:sp>
      <p:sp>
        <p:nvSpPr>
          <p:cNvPr id="6" name="Picture Placeholder 3">
            <a:extLst>
              <a:ext uri="{DA48EA46-07C9-4FA8-86D9-54B69D69978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E4CA22-3E4A-4EF6-84FC-8C5408678ED4}"/>
              </a:ext>
            </a:extLst>
          </p:cNvPr>
          <p:cNvSpPr>
            <a:spLocks noGrp="1"/>
          </p:cNvSpPr>
          <p:nvPr>
            <p:ph type="pic" idx="12"/>
          </p:nvPr>
        </p:nvSpPr>
        <p:spPr>
          <a:xfrm>
            <a:off x="2403439" y="2629170"/>
            <a:ext cx="2149945" cy="1891047"/>
          </a:xfrm>
          <a:prstGeom prst="roundRect">
            <a:avLst>
              <a:gd name="adj" fmla="val 3153"/>
            </a:avLst>
          </a:prstGeom>
          <a:noFill/>
        </p:spPr>
        <p:txBody>
          <a:bodyPr rtlCol="0" anchor="ctr"/>
          <a:lstStyle>
            <a:lvl1pPr marL="0" lvl="0" indent="0" algn="ctr">
              <a:buNone/>
            </a:lvl1pPr>
          </a:lstStyle>
          <a:p>
            <a:endParaRPr lang="en-US" dirty="0"/>
          </a:p>
        </p:txBody>
      </p:sp>
      <p:sp>
        <p:nvSpPr>
          <p:cNvPr id="7" name="Picture Placeholder 3">
            <a:extLst>
              <a:ext uri="{2D6B57AB-F596-48BE-9954-8570D5F2092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35DBD4-8D83-4685-AF55-D44D2A678B8C}"/>
              </a:ext>
            </a:extLst>
          </p:cNvPr>
          <p:cNvSpPr>
            <a:spLocks noGrp="1"/>
          </p:cNvSpPr>
          <p:nvPr>
            <p:ph type="pic" idx="13"/>
          </p:nvPr>
        </p:nvSpPr>
        <p:spPr>
          <a:xfrm>
            <a:off x="722829" y="2629170"/>
            <a:ext cx="1327807" cy="1891047"/>
          </a:xfrm>
          <a:prstGeom prst="roundRect">
            <a:avLst>
              <a:gd name="adj" fmla="val 4518"/>
            </a:avLst>
          </a:prstGeom>
          <a:noFill/>
        </p:spPr>
        <p:txBody>
          <a:bodyPr rtlCol="0" anchor="ctr"/>
          <a:lstStyle>
            <a:lvl1pPr marL="0" lvl="0" indent="0" algn="ctr">
              <a:buNone/>
            </a:lvl1pPr>
          </a:lstStyle>
          <a:p>
            <a:endParaRPr lang="en-US" dirty="0"/>
          </a:p>
        </p:txBody>
      </p:sp>
      <p:sp>
        <p:nvSpPr>
          <p:cNvPr id="8" name="Rectangle: Rounded Corners 17">
            <a:extLst>
              <a:ext uri="{8FE2ACFE-2A85-48BC-9B25-7FF7B27B3E5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1189915-3AA5-4BBD-9C70-3C3A75FE2451}"/>
              </a:ext>
            </a:extLst>
          </p:cNvPr>
          <p:cNvSpPr/>
          <p:nvPr userDrawn="1"/>
        </p:nvSpPr>
        <p:spPr>
          <a:xfrm>
            <a:off x="2295534" y="2543175"/>
            <a:ext cx="2349424" cy="2073800"/>
          </a:xfrm>
          <a:prstGeom prst="roundRect">
            <a:avLst>
              <a:gd name="adj" fmla="val 3623"/>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9">
            <a:extLst>
              <a:ext uri="{38732B00-F5E6-4214-BA00-3122A8964A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82B883-ABF9-43B1-B19F-C87093EBA27B}"/>
              </a:ext>
            </a:extLst>
          </p:cNvPr>
          <p:cNvSpPr/>
          <p:nvPr userDrawn="1"/>
        </p:nvSpPr>
        <p:spPr>
          <a:xfrm>
            <a:off x="628650" y="2543175"/>
            <a:ext cx="1530441" cy="2073800"/>
          </a:xfrm>
          <a:prstGeom prst="roundRect">
            <a:avLst>
              <a:gd name="adj" fmla="val 4641"/>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
            <a:extLst>
              <a:ext uri="{E37C77CA-BFD1-4E2A-AD7B-62048BE4448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2AA46B-66B8-40FF-8F68-0FB812805ADC}"/>
              </a:ext>
            </a:extLst>
          </p:cNvPr>
          <p:cNvSpPr>
            <a:spLocks noGrp="1"/>
          </p:cNvSpPr>
          <p:nvPr>
            <p:ph type="pic" idx="14"/>
          </p:nvPr>
        </p:nvSpPr>
        <p:spPr>
          <a:xfrm>
            <a:off x="6561102" y="2629170"/>
            <a:ext cx="1861810" cy="1891047"/>
          </a:xfrm>
          <a:prstGeom prst="roundRect">
            <a:avLst>
              <a:gd name="adj" fmla="val 3153"/>
            </a:avLst>
          </a:prstGeom>
          <a:noFill/>
        </p:spPr>
        <p:txBody>
          <a:bodyPr rtlCol="0" anchor="ctr"/>
          <a:lstStyle>
            <a:lvl1pPr marL="0" lvl="0" indent="0" algn="ctr">
              <a:buNone/>
            </a:lvl1pPr>
          </a:lstStyle>
          <a:p>
            <a:endParaRPr lang="en-US" dirty="0"/>
          </a:p>
        </p:txBody>
      </p:sp>
      <p:sp>
        <p:nvSpPr>
          <p:cNvPr id="11" name="Picture Placeholder 3">
            <a:extLst>
              <a:ext uri="{8599A3BA-96C3-44ED-9116-7AE8C774735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91D1C57-80BB-4E69-83E3-EFE60D61197D}"/>
              </a:ext>
            </a:extLst>
          </p:cNvPr>
          <p:cNvSpPr>
            <a:spLocks noGrp="1"/>
          </p:cNvSpPr>
          <p:nvPr>
            <p:ph type="pic" idx="15"/>
          </p:nvPr>
        </p:nvSpPr>
        <p:spPr>
          <a:xfrm>
            <a:off x="4866204" y="2629170"/>
            <a:ext cx="1327807" cy="1891047"/>
          </a:xfrm>
          <a:prstGeom prst="roundRect">
            <a:avLst>
              <a:gd name="adj" fmla="val 4518"/>
            </a:avLst>
          </a:prstGeom>
          <a:noFill/>
        </p:spPr>
        <p:txBody>
          <a:bodyPr rtlCol="0" anchor="ctr"/>
          <a:lstStyle>
            <a:lvl1pPr marL="0" lvl="0" indent="0" algn="ctr">
              <a:buNone/>
            </a:lvl1pPr>
          </a:lstStyle>
          <a:p>
            <a:endParaRPr lang="en-US" dirty="0"/>
          </a:p>
        </p:txBody>
      </p:sp>
      <p:sp>
        <p:nvSpPr>
          <p:cNvPr id="12" name="Rectangle: Rounded Corners 22">
            <a:extLst>
              <a:ext uri="{6DC23B59-4A53-45A7-946E-C47A1B219F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0DF50E-B971-4470-8C82-83E5EC9F183D}"/>
              </a:ext>
            </a:extLst>
          </p:cNvPr>
          <p:cNvSpPr/>
          <p:nvPr userDrawn="1"/>
        </p:nvSpPr>
        <p:spPr>
          <a:xfrm>
            <a:off x="6453197" y="2543175"/>
            <a:ext cx="2062152" cy="2073800"/>
          </a:xfrm>
          <a:prstGeom prst="roundRect">
            <a:avLst>
              <a:gd name="adj" fmla="val 3623"/>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23">
            <a:extLst>
              <a:ext uri="{807962F5-DCCC-4C1D-9618-D92BA2022FD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CE2BA9-5C3B-42BA-A5AB-B0D9D5F77FF9}"/>
              </a:ext>
            </a:extLst>
          </p:cNvPr>
          <p:cNvSpPr/>
          <p:nvPr userDrawn="1"/>
        </p:nvSpPr>
        <p:spPr>
          <a:xfrm>
            <a:off x="4772025" y="2543175"/>
            <a:ext cx="1530441" cy="2073800"/>
          </a:xfrm>
          <a:prstGeom prst="roundRect">
            <a:avLst>
              <a:gd name="adj" fmla="val 4641"/>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ate Placeholder 1">
            <a:extLst>
              <a:ext uri="{B2453B73-D019-4A64-A422-8E93E33847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32B1F1-A573-4A82-8283-D78C0FEF0429}"/>
              </a:ext>
            </a:extLst>
          </p:cNvPr>
          <p:cNvSpPr>
            <a:spLocks noGrp="1"/>
          </p:cNvSpPr>
          <p:nvPr>
            <p:ph type="dt" sz="half" idx="16"/>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15" name="Slide Number Placeholder 1">
            <a:extLst>
              <a:ext uri="{6BDDFA87-C3DE-4918-A6B7-14B3A3D6217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E965A02-65DF-42EF-84A0-943E74CE6EE8}"/>
              </a:ext>
            </a:extLst>
          </p:cNvPr>
          <p:cNvSpPr>
            <a:spLocks noGrp="1"/>
          </p:cNvSpPr>
          <p:nvPr>
            <p:ph type="sldNum" sz="quarter" idx="17"/>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A5ECCB22-7E75-4B6E-8A2D-B6FAEA16E64A}" type="slidenum">
              <a:t>‹#›</a:t>
            </a:fld>
            <a:endParaRPr lang="en-US" dirty="0"/>
          </a:p>
        </p:txBody>
      </p:sp>
      <p:sp>
        <p:nvSpPr>
          <p:cNvPr id="16" name="Footer Placeholder 1">
            <a:extLst>
              <a:ext uri="{C82DB17D-192C-478B-A585-5F5F8D3C0B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429730-F55B-4905-B8D5-3C3E6BBF4665}"/>
              </a:ext>
            </a:extLst>
          </p:cNvPr>
          <p:cNvSpPr>
            <a:spLocks noGrp="1"/>
          </p:cNvSpPr>
          <p:nvPr>
            <p:ph type="ftr" sz="quarter" idx="18"/>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2B453BCC-00D0-46C9-9A00-92068F00B74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ird Day">
    <p:spTree>
      <p:nvGrpSpPr>
        <p:cNvPr id="1" name=""/>
        <p:cNvGrpSpPr/>
        <p:nvPr/>
      </p:nvGrpSpPr>
      <p:grpSpPr>
        <a:xfrm>
          <a:off x="0" y="0"/>
          <a:ext cx="0" cy="0"/>
          <a:chOff x="0" y="0"/>
          <a:chExt cx="0" cy="0"/>
        </a:xfrm>
      </p:grpSpPr>
      <p:sp>
        <p:nvSpPr>
          <p:cNvPr id="2" name="Rectangle 6">
            <a:extLst>
              <a:ext uri="{AC8E9E1A-4DA0-4166-B86B-9FF85979448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88EF35-AA53-4EAE-9143-655E83DBA16D}"/>
              </a:ext>
            </a:extLst>
          </p:cNvPr>
          <p:cNvSpPr/>
          <p:nvPr userDrawn="1"/>
        </p:nvSpPr>
        <p:spPr>
          <a:xfrm>
            <a:off x="0" y="0"/>
            <a:ext cx="3886200" cy="514350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Shape 37">
            <a:extLst>
              <a:ext uri="{B169C205-8976-42FE-AFBE-A02AB629546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865887-13F5-4E40-8E1E-AB13EADB9EA7}"/>
              </a:ext>
            </a:extLst>
          </p:cNvPr>
          <p:cNvSpPr/>
          <p:nvPr userDrawn="1"/>
        </p:nvSpPr>
        <p:spPr>
          <a:xfrm rot="1048366" flipV="1">
            <a:off x="63709" y="3212736"/>
            <a:ext cx="4997749" cy="1590956"/>
          </a:xfrm>
          <a:custGeom>
            <a:avLst/>
            <a:gdLst/>
            <a:ahLst/>
            <a:cxnLst/>
            <a:rect l="0" t="0" r="r" b="b"/>
            <a:pathLst>
              <a:path w="6663666" h="2121275">
                <a:moveTo>
                  <a:pt x="6663666" y="1978630"/>
                </a:moveTo>
                <a:cubicBezTo>
                  <a:pt x="3909728" y="2538827"/>
                  <a:pt x="3669259" y="1305325"/>
                  <a:pt x="3229481" y="759511"/>
                </a:cubicBezTo>
                <a:cubicBezTo>
                  <a:pt x="2789704" y="213697"/>
                  <a:pt x="1586132" y="-451564"/>
                  <a:pt x="0" y="424997"/>
                </a:cubicBezTo>
              </a:path>
            </a:pathLst>
          </a:custGeom>
          <a:noFill/>
          <a:ln w="50800" cap="rnd">
            <a:solidFill>
              <a:schemeClr val="accent5"/>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10800000" rtlCol="0" anchor="ctr"/>
          <a:lstStyle/>
          <a:p>
            <a:pPr algn="ctr"/>
            <a:endParaRPr lang="en-US" dirty="0"/>
          </a:p>
        </p:txBody>
      </p:sp>
      <p:sp>
        <p:nvSpPr>
          <p:cNvPr id="4" name="Title 1">
            <a:extLst>
              <a:ext uri="{F0B9070D-B396-4AAF-8354-5CFC605C5DE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41240D-BEA6-4647-BA6F-BD36AAA70942}"/>
              </a:ext>
            </a:extLst>
          </p:cNvPr>
          <p:cNvSpPr>
            <a:spLocks noGrp="1"/>
          </p:cNvSpPr>
          <p:nvPr>
            <p:ph type="title" idx="10"/>
          </p:nvPr>
        </p:nvSpPr>
        <p:spPr>
          <a:xfrm>
            <a:off x="628650" y="549728"/>
            <a:ext cx="3024285" cy="936171"/>
          </a:xfrm>
        </p:spPr>
        <p:txBody>
          <a:bodyPr rtlCol="0" anchor="t"/>
          <a:lstStyle>
            <a:lvl1pPr lvl="0">
              <a:defRPr lang="en-US" dirty="0">
                <a:solidFill>
                  <a:schemeClr val="accent5"/>
                </a:solidFill>
              </a:defRPr>
            </a:lvl1pPr>
          </a:lstStyle>
          <a:p>
            <a:r>
              <a:rPr lang="en-US" dirty="0"/>
              <a:t>Third Day</a:t>
            </a:r>
          </a:p>
        </p:txBody>
      </p:sp>
      <p:sp>
        <p:nvSpPr>
          <p:cNvPr id="5" name="Text Placeholder 32">
            <a:extLst>
              <a:ext uri="{B2312B54-E16E-46A0-9DCC-F2003334F4F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CB255C9-AC95-41A5-9E1F-7A301512B1A3}"/>
              </a:ext>
            </a:extLst>
          </p:cNvPr>
          <p:cNvSpPr>
            <a:spLocks noGrp="1"/>
          </p:cNvSpPr>
          <p:nvPr>
            <p:ph type="body" idx="11"/>
          </p:nvPr>
        </p:nvSpPr>
        <p:spPr>
          <a:xfrm>
            <a:off x="628650" y="1502908"/>
            <a:ext cx="3024285" cy="2854778"/>
          </a:xfrm>
        </p:spPr>
        <p:txBody>
          <a:bodyPr rtlCol="0" anchor="t"/>
          <a:lstStyle>
            <a:lvl1pPr marL="0" lvl="0" indent="0">
              <a:lnSpc>
                <a:spcPct val="100000"/>
              </a:lnSpc>
              <a:buNone/>
              <a:defRPr lang="en-US" dirty="0">
                <a:solidFill>
                  <a:schemeClr val="accent5"/>
                </a:solidFill>
              </a:defRPr>
            </a:lvl1pPr>
          </a:lstStyle>
          <a:p>
            <a:r>
              <a:rPr lang="en-US" dirty="0"/>
              <a:t>Use this space to display pictures of your first day. Tell a fun story of what happened that day.</a:t>
            </a:r>
          </a:p>
        </p:txBody>
      </p:sp>
      <p:sp>
        <p:nvSpPr>
          <p:cNvPr id="6" name="Picture Placeholder 3">
            <a:extLst>
              <a:ext uri="{F28E98B3-D52B-41D5-B91E-5F7BEDDE57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A70756-0231-470B-8374-09373F6EB062}"/>
              </a:ext>
            </a:extLst>
          </p:cNvPr>
          <p:cNvSpPr>
            <a:spLocks noGrp="1"/>
          </p:cNvSpPr>
          <p:nvPr>
            <p:ph type="pic" idx="12"/>
          </p:nvPr>
        </p:nvSpPr>
        <p:spPr>
          <a:xfrm>
            <a:off x="6138182" y="2539436"/>
            <a:ext cx="2375807" cy="2089712"/>
          </a:xfrm>
          <a:prstGeom prst="roundRect">
            <a:avLst>
              <a:gd name="adj" fmla="val 3153"/>
            </a:avLst>
          </a:prstGeom>
          <a:noFill/>
        </p:spPr>
        <p:txBody>
          <a:bodyPr rtlCol="0" anchor="ctr"/>
          <a:lstStyle>
            <a:lvl1pPr marL="0" lvl="0" indent="0" algn="ctr">
              <a:buNone/>
            </a:lvl1pPr>
          </a:lstStyle>
          <a:p>
            <a:endParaRPr lang="en-US" dirty="0"/>
          </a:p>
        </p:txBody>
      </p:sp>
      <p:sp>
        <p:nvSpPr>
          <p:cNvPr id="7" name="Picture Placeholder 3">
            <a:extLst>
              <a:ext uri="{4C8F04E2-9D44-4857-865D-A78EF4D16B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BA694EE-E4BD-48B9-BAD6-633D5FB59A88}"/>
              </a:ext>
            </a:extLst>
          </p:cNvPr>
          <p:cNvSpPr>
            <a:spLocks noGrp="1"/>
          </p:cNvSpPr>
          <p:nvPr>
            <p:ph type="pic" idx="13"/>
          </p:nvPr>
        </p:nvSpPr>
        <p:spPr>
          <a:xfrm>
            <a:off x="4294375" y="538162"/>
            <a:ext cx="2827564" cy="1661432"/>
          </a:xfrm>
          <a:prstGeom prst="roundRect">
            <a:avLst>
              <a:gd name="adj" fmla="val 4813"/>
            </a:avLst>
          </a:prstGeom>
          <a:noFill/>
        </p:spPr>
        <p:txBody>
          <a:bodyPr rtlCol="0" anchor="ctr"/>
          <a:lstStyle>
            <a:lvl1pPr marL="0" lvl="0" indent="0" algn="ctr">
              <a:buNone/>
            </a:lvl1pPr>
          </a:lstStyle>
          <a:p>
            <a:endParaRPr lang="en-US" dirty="0"/>
          </a:p>
        </p:txBody>
      </p:sp>
      <p:sp>
        <p:nvSpPr>
          <p:cNvPr id="8" name="Picture Placeholder 3">
            <a:extLst>
              <a:ext uri="{F59C9888-63C7-4614-A53A-F6CB39AEFD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7608B50-3B83-4BC8-9031-F00AC6CC83F2}"/>
              </a:ext>
            </a:extLst>
          </p:cNvPr>
          <p:cNvSpPr>
            <a:spLocks noGrp="1"/>
          </p:cNvSpPr>
          <p:nvPr>
            <p:ph type="pic" idx="14"/>
          </p:nvPr>
        </p:nvSpPr>
        <p:spPr>
          <a:xfrm>
            <a:off x="4304855" y="2539436"/>
            <a:ext cx="1467301" cy="2089712"/>
          </a:xfrm>
          <a:prstGeom prst="roundRect">
            <a:avLst>
              <a:gd name="adj" fmla="val 4518"/>
            </a:avLst>
          </a:prstGeom>
          <a:noFill/>
        </p:spPr>
        <p:txBody>
          <a:bodyPr rtlCol="0" anchor="ctr"/>
          <a:lstStyle>
            <a:lvl1pPr marL="0" lvl="0" indent="0" algn="ctr">
              <a:buNone/>
            </a:lvl1pPr>
          </a:lstStyle>
          <a:p>
            <a:endParaRPr lang="en-US" dirty="0"/>
          </a:p>
        </p:txBody>
      </p:sp>
      <p:sp>
        <p:nvSpPr>
          <p:cNvPr id="9" name="Picture Placeholder 3">
            <a:extLst>
              <a:ext uri="{1AA0682D-BAF0-490B-AEB4-E189AEC7A1F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05CBA40-C479-41C4-A53F-EF6B5E1422FD}"/>
              </a:ext>
            </a:extLst>
          </p:cNvPr>
          <p:cNvSpPr>
            <a:spLocks noGrp="1"/>
          </p:cNvSpPr>
          <p:nvPr>
            <p:ph type="pic" idx="15"/>
          </p:nvPr>
        </p:nvSpPr>
        <p:spPr>
          <a:xfrm>
            <a:off x="7438626" y="538162"/>
            <a:ext cx="1072895" cy="1661432"/>
          </a:xfrm>
          <a:prstGeom prst="roundRect">
            <a:avLst>
              <a:gd name="adj" fmla="val 5994"/>
            </a:avLst>
          </a:prstGeom>
          <a:noFill/>
        </p:spPr>
        <p:txBody>
          <a:bodyPr rtlCol="0" anchor="ctr"/>
          <a:lstStyle>
            <a:lvl1pPr marL="0" lvl="0" indent="0" algn="ctr">
              <a:buNone/>
            </a:lvl1pPr>
          </a:lstStyle>
          <a:p>
            <a:endParaRPr lang="en-US" dirty="0"/>
          </a:p>
        </p:txBody>
      </p:sp>
      <p:sp>
        <p:nvSpPr>
          <p:cNvPr id="10" name="Rectangle: Rounded Corners 4">
            <a:extLst>
              <a:ext uri="{BEEFD134-EC40-4D1C-A4B3-13985E396D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4B6555-0457-48C8-9B9D-A605A17AE363}"/>
              </a:ext>
            </a:extLst>
          </p:cNvPr>
          <p:cNvSpPr/>
          <p:nvPr userDrawn="1"/>
        </p:nvSpPr>
        <p:spPr>
          <a:xfrm>
            <a:off x="7346228" y="450166"/>
            <a:ext cx="1260608" cy="1846682"/>
          </a:xfrm>
          <a:prstGeom prst="roundRect">
            <a:avLst>
              <a:gd name="adj" fmla="val 6768"/>
            </a:avLst>
          </a:prstGeom>
          <a:no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29">
            <a:extLst>
              <a:ext uri="{4F7F7CE2-7F60-4D6C-828B-0C04F7EB39F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CD027BD-F1E7-42E1-A747-4D87D4209958}"/>
              </a:ext>
            </a:extLst>
          </p:cNvPr>
          <p:cNvSpPr/>
          <p:nvPr userDrawn="1"/>
        </p:nvSpPr>
        <p:spPr>
          <a:xfrm>
            <a:off x="6019798" y="2443843"/>
            <a:ext cx="2596243" cy="2291663"/>
          </a:xfrm>
          <a:prstGeom prst="roundRect">
            <a:avLst>
              <a:gd name="adj" fmla="val 3623"/>
            </a:avLst>
          </a:prstGeom>
          <a:no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28">
            <a:extLst>
              <a:ext uri="{C549AF88-0C98-4986-B277-4FDB9086A69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12E7D74-9587-4A60-8E10-388920B0FE64}"/>
              </a:ext>
            </a:extLst>
          </p:cNvPr>
          <p:cNvSpPr/>
          <p:nvPr userDrawn="1"/>
        </p:nvSpPr>
        <p:spPr>
          <a:xfrm>
            <a:off x="4192322" y="450166"/>
            <a:ext cx="3031671" cy="1846682"/>
          </a:xfrm>
          <a:prstGeom prst="roundRect">
            <a:avLst>
              <a:gd name="adj" fmla="val 4563"/>
            </a:avLst>
          </a:prstGeom>
          <a:no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31">
            <a:extLst>
              <a:ext uri="{1702C0B7-8D17-43B0-B093-E5C824BC9E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C3671FF-172C-43A9-B285-1D556C980D40}"/>
              </a:ext>
            </a:extLst>
          </p:cNvPr>
          <p:cNvSpPr/>
          <p:nvPr userDrawn="1"/>
        </p:nvSpPr>
        <p:spPr>
          <a:xfrm>
            <a:off x="4200032" y="2443842"/>
            <a:ext cx="1691221" cy="2291664"/>
          </a:xfrm>
          <a:prstGeom prst="roundRect">
            <a:avLst>
              <a:gd name="adj" fmla="val 4641"/>
            </a:avLst>
          </a:prstGeom>
          <a:no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ate Placeholder 1">
            <a:extLst>
              <a:ext uri="{5C8DBA4E-0344-45B1-BE78-25C6443782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D19C68-EF6D-44EC-990E-9CC994E19586}"/>
              </a:ext>
            </a:extLst>
          </p:cNvPr>
          <p:cNvSpPr>
            <a:spLocks noGrp="1"/>
          </p:cNvSpPr>
          <p:nvPr>
            <p:ph type="dt" sz="half" idx="16"/>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15" name="Slide Number Placeholder 1">
            <a:extLst>
              <a:ext uri="{1146B9CD-A7DD-437C-9FF5-E5B1984B321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F748B2-2FD0-4F68-8CCD-413C285CD751}"/>
              </a:ext>
            </a:extLst>
          </p:cNvPr>
          <p:cNvSpPr>
            <a:spLocks noGrp="1"/>
          </p:cNvSpPr>
          <p:nvPr>
            <p:ph type="sldNum" sz="quarter" idx="17"/>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84FE6DD4-7610-46FA-9B22-E07988445319}" type="slidenum">
              <a:t>‹#›</a:t>
            </a:fld>
            <a:endParaRPr lang="en-US" dirty="0"/>
          </a:p>
        </p:txBody>
      </p:sp>
      <p:sp>
        <p:nvSpPr>
          <p:cNvPr id="16" name="Footer Placeholder 1">
            <a:extLst>
              <a:ext uri="{67546152-5B00-40BD-882E-B6FE4F8C7CD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9955A15-0FC8-407D-88E4-9AD2F029B78C}"/>
              </a:ext>
            </a:extLst>
          </p:cNvPr>
          <p:cNvSpPr>
            <a:spLocks noGrp="1"/>
          </p:cNvSpPr>
          <p:nvPr>
            <p:ph type="ftr" sz="quarter" idx="18"/>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56F94BBC-9DDB-4F1C-89E7-D7605F32A5D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dditional Days">
    <p:spTree>
      <p:nvGrpSpPr>
        <p:cNvPr id="1" name=""/>
        <p:cNvGrpSpPr/>
        <p:nvPr/>
      </p:nvGrpSpPr>
      <p:grpSpPr>
        <a:xfrm>
          <a:off x="0" y="0"/>
          <a:ext cx="0" cy="0"/>
          <a:chOff x="0" y="0"/>
          <a:chExt cx="0" cy="0"/>
        </a:xfrm>
      </p:grpSpPr>
      <p:sp>
        <p:nvSpPr>
          <p:cNvPr id="2" name="Rectangle 6">
            <a:extLst>
              <a:ext uri="{78234852-20B2-4A71-A9A8-E78AA1A6053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2C624A9-EE0C-4E87-B201-47986C443C20}"/>
              </a:ext>
            </a:extLst>
          </p:cNvPr>
          <p:cNvSpPr/>
          <p:nvPr userDrawn="1"/>
        </p:nvSpPr>
        <p:spPr>
          <a:xfrm>
            <a:off x="0" y="0"/>
            <a:ext cx="9144000" cy="179614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9361C0B6-9CCF-4104-88F7-AC5B896E308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A456028-A5EF-4CB6-B319-7C57148FBAE6}"/>
              </a:ext>
            </a:extLst>
          </p:cNvPr>
          <p:cNvSpPr>
            <a:spLocks noGrp="1"/>
          </p:cNvSpPr>
          <p:nvPr>
            <p:ph type="title" idx="10"/>
          </p:nvPr>
        </p:nvSpPr>
        <p:spPr/>
        <p:txBody>
          <a:bodyPr rtlCol="0"/>
          <a:lstStyle>
            <a:lvl1pPr lvl="0">
              <a:defRPr lang="en-US" dirty="0">
                <a:solidFill>
                  <a:schemeClr val="accent3"/>
                </a:solidFill>
              </a:defRPr>
            </a:lvl1pPr>
          </a:lstStyle>
          <a:p>
            <a:r>
              <a:rPr lang="en-US" dirty="0"/>
              <a:t>Additional Days</a:t>
            </a:r>
          </a:p>
        </p:txBody>
      </p:sp>
      <p:sp>
        <p:nvSpPr>
          <p:cNvPr id="4" name="Text Placeholder 32">
            <a:extLst>
              <a:ext uri="{C788699C-C0DE-4DCF-B07B-2638AD838A1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7E5D0AA-6508-4BD0-9CC8-AB02C493BE28}"/>
              </a:ext>
            </a:extLst>
          </p:cNvPr>
          <p:cNvSpPr>
            <a:spLocks noGrp="1"/>
          </p:cNvSpPr>
          <p:nvPr>
            <p:ph type="body" idx="11"/>
          </p:nvPr>
        </p:nvSpPr>
        <p:spPr>
          <a:xfrm>
            <a:off x="628650" y="2030016"/>
            <a:ext cx="3257550" cy="2599134"/>
          </a:xfrm>
        </p:spPr>
        <p:txBody>
          <a:bodyPr rtlCol="0"/>
          <a:lstStyle/>
          <a:p>
            <a:r>
              <a:rPr lang="en-US" dirty="0"/>
              <a:t>Use this space to display pictures of additional days. Add additional slides for more days.</a:t>
            </a:r>
          </a:p>
          <a:p>
            <a:r>
              <a:rPr lang="en-US" dirty="0"/>
              <a:t>Tell a fun story of what happened that day.</a:t>
            </a:r>
          </a:p>
        </p:txBody>
      </p:sp>
      <p:sp>
        <p:nvSpPr>
          <p:cNvPr id="5" name="Freeform 5">
            <a:extLst>
              <a:ext uri="{6E2A3B6C-3F23-4054-953F-6585452ACB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13AE67-54CE-402D-9FB2-A93C4F6DDB0B}"/>
              </a:ext>
            </a:extLst>
          </p:cNvPr>
          <p:cNvSpPr/>
          <p:nvPr userDrawn="1"/>
        </p:nvSpPr>
        <p:spPr>
          <a:xfrm>
            <a:off x="6349146" y="549728"/>
            <a:ext cx="2206609" cy="1697692"/>
          </a:xfrm>
          <a:custGeom>
            <a:avLst/>
            <a:gdLst/>
            <a:ahLst/>
            <a:cxnLst/>
            <a:rect l="0" t="0" r="r" b="b"/>
            <a:pathLst>
              <a:path w="2942146" h="2263590">
                <a:moveTo>
                  <a:pt x="2125693" y="0"/>
                </a:moveTo>
                <a:cubicBezTo>
                  <a:pt x="815644" y="0"/>
                  <a:pt x="815644" y="0"/>
                  <a:pt x="815644" y="0"/>
                </a:cubicBezTo>
                <a:cubicBezTo>
                  <a:pt x="756575" y="0"/>
                  <a:pt x="700742" y="30475"/>
                  <a:pt x="666757" y="81266"/>
                </a:cubicBezTo>
                <a:cubicBezTo>
                  <a:pt x="42886" y="1023441"/>
                  <a:pt x="42886" y="1023441"/>
                  <a:pt x="42886" y="1023441"/>
                </a:cubicBezTo>
                <a:cubicBezTo>
                  <a:pt x="0" y="1088623"/>
                  <a:pt x="0" y="1174967"/>
                  <a:pt x="42886" y="1240149"/>
                </a:cubicBezTo>
                <a:cubicBezTo>
                  <a:pt x="666757" y="2182324"/>
                  <a:pt x="666757" y="2182324"/>
                  <a:pt x="666757" y="2182324"/>
                </a:cubicBezTo>
                <a:cubicBezTo>
                  <a:pt x="700742" y="2233116"/>
                  <a:pt x="756575" y="2263590"/>
                  <a:pt x="815644" y="2263590"/>
                </a:cubicBezTo>
                <a:cubicBezTo>
                  <a:pt x="2125693" y="2263590"/>
                  <a:pt x="2125693" y="2263590"/>
                  <a:pt x="2125693" y="2263590"/>
                </a:cubicBezTo>
                <a:cubicBezTo>
                  <a:pt x="2184762" y="2263590"/>
                  <a:pt x="2240595" y="2233116"/>
                  <a:pt x="2274580" y="2182324"/>
                </a:cubicBezTo>
                <a:cubicBezTo>
                  <a:pt x="2898451" y="1240149"/>
                  <a:pt x="2898451" y="1240149"/>
                  <a:pt x="2898451" y="1240149"/>
                </a:cubicBezTo>
                <a:cubicBezTo>
                  <a:pt x="2942146" y="1174967"/>
                  <a:pt x="2942146" y="1088623"/>
                  <a:pt x="2898451" y="1023441"/>
                </a:cubicBezTo>
                <a:cubicBezTo>
                  <a:pt x="2274580" y="81266"/>
                  <a:pt x="2274580" y="81266"/>
                  <a:pt x="2274580" y="81266"/>
                </a:cubicBezTo>
                <a:cubicBezTo>
                  <a:pt x="2240595" y="30475"/>
                  <a:pt x="2184762" y="0"/>
                  <a:pt x="2125693"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6" name="Picture Placeholder 11">
            <a:extLst>
              <a:ext uri="{ACA3D5C5-2457-45AC-AE54-1FC4815E2CE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16CBC64-9962-4C98-89E0-63E13C4B9047}"/>
              </a:ext>
            </a:extLst>
          </p:cNvPr>
          <p:cNvSpPr>
            <a:spLocks noGrp="1"/>
          </p:cNvSpPr>
          <p:nvPr>
            <p:ph type="pic" idx="12"/>
          </p:nvPr>
        </p:nvSpPr>
        <p:spPr>
          <a:xfrm>
            <a:off x="6451746" y="638498"/>
            <a:ext cx="2001409" cy="1530478"/>
          </a:xfrm>
          <a:custGeom>
            <a:avLst/>
            <a:gdLst/>
            <a:ahLst/>
            <a:cxnLst/>
            <a:rect l="0" t="0" r="r" b="b"/>
            <a:pathLst>
              <a:path w="2668546" h="2040638">
                <a:moveTo>
                  <a:pt x="735483" y="0"/>
                </a:moveTo>
                <a:cubicBezTo>
                  <a:pt x="735483" y="0"/>
                  <a:pt x="735483" y="0"/>
                  <a:pt x="1932510" y="0"/>
                </a:cubicBezTo>
                <a:cubicBezTo>
                  <a:pt x="1986484" y="0"/>
                  <a:pt x="2037500" y="27472"/>
                  <a:pt x="2068554" y="73261"/>
                </a:cubicBezTo>
                <a:cubicBezTo>
                  <a:pt x="2068554" y="73261"/>
                  <a:pt x="2068554" y="73261"/>
                  <a:pt x="2638603" y="922636"/>
                </a:cubicBezTo>
                <a:cubicBezTo>
                  <a:pt x="2678528" y="981400"/>
                  <a:pt x="2678528" y="1059239"/>
                  <a:pt x="2638603" y="1118002"/>
                </a:cubicBezTo>
                <a:cubicBezTo>
                  <a:pt x="2638603" y="1118002"/>
                  <a:pt x="2638603" y="1118002"/>
                  <a:pt x="2068554" y="1967377"/>
                </a:cubicBezTo>
                <a:cubicBezTo>
                  <a:pt x="2037500" y="2013166"/>
                  <a:pt x="1986484" y="2040638"/>
                  <a:pt x="1932510" y="2040638"/>
                </a:cubicBezTo>
                <a:cubicBezTo>
                  <a:pt x="1932510" y="2040638"/>
                  <a:pt x="1932510" y="2040638"/>
                  <a:pt x="735483" y="2040638"/>
                </a:cubicBezTo>
                <a:cubicBezTo>
                  <a:pt x="681508" y="2040638"/>
                  <a:pt x="630493" y="2013166"/>
                  <a:pt x="599439" y="1967377"/>
                </a:cubicBezTo>
                <a:cubicBezTo>
                  <a:pt x="599439" y="1967377"/>
                  <a:pt x="599439" y="1967377"/>
                  <a:pt x="29389" y="1118002"/>
                </a:cubicBezTo>
                <a:cubicBezTo>
                  <a:pt x="-9796" y="1059239"/>
                  <a:pt x="-9796" y="981400"/>
                  <a:pt x="29389" y="922636"/>
                </a:cubicBezTo>
                <a:cubicBezTo>
                  <a:pt x="29389" y="922636"/>
                  <a:pt x="29389" y="922636"/>
                  <a:pt x="599439" y="73261"/>
                </a:cubicBezTo>
                <a:cubicBezTo>
                  <a:pt x="630493" y="27472"/>
                  <a:pt x="681508" y="0"/>
                  <a:pt x="735483"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grpSp>
        <p:nvGrpSpPr>
          <p:cNvPr id="7" name="Group 31">
            <a:extLst>
              <a:ext uri="{57E43394-6759-4A9E-BA03-EDD97E8463E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4AC9FA-6C3B-4693-9B6A-94A03E6DC7E2}"/>
              </a:ext>
            </a:extLst>
          </p:cNvPr>
          <p:cNvGrpSpPr>
            <a:grpSpLocks noChangeAspect="1"/>
          </p:cNvGrpSpPr>
          <p:nvPr/>
        </p:nvGrpSpPr>
        <p:grpSpPr>
          <a:xfrm>
            <a:off x="5238157" y="4037409"/>
            <a:ext cx="632222" cy="498871"/>
            <a:chOff x="3259" y="2969"/>
            <a:chExt cx="531" cy="419"/>
          </a:xfrm>
          <a:solidFill>
            <a:schemeClr val="accent2"/>
          </a:solidFill>
        </p:grpSpPr>
        <p:sp>
          <p:nvSpPr>
            <p:cNvPr id="8" name="Freeform 32">
              <a:extLst>
                <a:ext uri="{3B272F59-580A-445C-8038-9416998E8B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CF4F823-5465-4168-8FA8-0A4C9F23D984}"/>
                </a:ext>
              </a:extLst>
            </p:cNvPr>
            <p:cNvSpPr/>
            <p:nvPr/>
          </p:nvSpPr>
          <p:spPr>
            <a:xfrm>
              <a:off x="3259" y="2969"/>
              <a:ext cx="52" cy="410"/>
            </a:xfrm>
            <a:custGeom>
              <a:avLst/>
              <a:gdLst/>
              <a:ahLst/>
              <a:cxnLst/>
              <a:rect l="0" t="0" r="r" b="b"/>
              <a:pathLst>
                <a:path w="52" h="410">
                  <a:moveTo>
                    <a:pt x="46" y="370"/>
                  </a:moveTo>
                  <a:cubicBezTo>
                    <a:pt x="46" y="359"/>
                    <a:pt x="45" y="347"/>
                    <a:pt x="44" y="336"/>
                  </a:cubicBezTo>
                  <a:cubicBezTo>
                    <a:pt x="43" y="327"/>
                    <a:pt x="43" y="317"/>
                    <a:pt x="42" y="308"/>
                  </a:cubicBezTo>
                  <a:cubicBezTo>
                    <a:pt x="42" y="299"/>
                    <a:pt x="41" y="290"/>
                    <a:pt x="40" y="281"/>
                  </a:cubicBezTo>
                  <a:cubicBezTo>
                    <a:pt x="39" y="266"/>
                    <a:pt x="38" y="249"/>
                    <a:pt x="37" y="233"/>
                  </a:cubicBezTo>
                  <a:cubicBezTo>
                    <a:pt x="37" y="230"/>
                    <a:pt x="37" y="230"/>
                    <a:pt x="37" y="230"/>
                  </a:cubicBezTo>
                  <a:cubicBezTo>
                    <a:pt x="36" y="218"/>
                    <a:pt x="35" y="207"/>
                    <a:pt x="45" y="199"/>
                  </a:cubicBezTo>
                  <a:cubicBezTo>
                    <a:pt x="49" y="195"/>
                    <a:pt x="52" y="188"/>
                    <a:pt x="52" y="182"/>
                  </a:cubicBezTo>
                  <a:cubicBezTo>
                    <a:pt x="52" y="172"/>
                    <a:pt x="52" y="162"/>
                    <a:pt x="52" y="152"/>
                  </a:cubicBezTo>
                  <a:cubicBezTo>
                    <a:pt x="51" y="144"/>
                    <a:pt x="51" y="144"/>
                    <a:pt x="51" y="144"/>
                  </a:cubicBezTo>
                  <a:cubicBezTo>
                    <a:pt x="51" y="117"/>
                    <a:pt x="49" y="89"/>
                    <a:pt x="45" y="62"/>
                  </a:cubicBezTo>
                  <a:cubicBezTo>
                    <a:pt x="44" y="58"/>
                    <a:pt x="44" y="58"/>
                    <a:pt x="44" y="58"/>
                  </a:cubicBezTo>
                  <a:cubicBezTo>
                    <a:pt x="43" y="45"/>
                    <a:pt x="40" y="33"/>
                    <a:pt x="35" y="21"/>
                  </a:cubicBezTo>
                  <a:cubicBezTo>
                    <a:pt x="32" y="14"/>
                    <a:pt x="26" y="0"/>
                    <a:pt x="9" y="2"/>
                  </a:cubicBezTo>
                  <a:cubicBezTo>
                    <a:pt x="6" y="3"/>
                    <a:pt x="4" y="4"/>
                    <a:pt x="3" y="6"/>
                  </a:cubicBezTo>
                  <a:cubicBezTo>
                    <a:pt x="1" y="9"/>
                    <a:pt x="0" y="13"/>
                    <a:pt x="1" y="17"/>
                  </a:cubicBezTo>
                  <a:cubicBezTo>
                    <a:pt x="1" y="394"/>
                    <a:pt x="1" y="394"/>
                    <a:pt x="1" y="394"/>
                  </a:cubicBezTo>
                  <a:cubicBezTo>
                    <a:pt x="1" y="395"/>
                    <a:pt x="1" y="395"/>
                    <a:pt x="1" y="395"/>
                  </a:cubicBezTo>
                  <a:cubicBezTo>
                    <a:pt x="0" y="400"/>
                    <a:pt x="2" y="405"/>
                    <a:pt x="6" y="409"/>
                  </a:cubicBezTo>
                  <a:cubicBezTo>
                    <a:pt x="7" y="410"/>
                    <a:pt x="9" y="410"/>
                    <a:pt x="10" y="410"/>
                  </a:cubicBezTo>
                  <a:cubicBezTo>
                    <a:pt x="11" y="410"/>
                    <a:pt x="11" y="410"/>
                    <a:pt x="12" y="410"/>
                  </a:cubicBezTo>
                  <a:cubicBezTo>
                    <a:pt x="43" y="404"/>
                    <a:pt x="48" y="385"/>
                    <a:pt x="46" y="370"/>
                  </a:cubicBezTo>
                  <a:close/>
                  <a:moveTo>
                    <a:pt x="22" y="231"/>
                  </a:moveTo>
                  <a:cubicBezTo>
                    <a:pt x="22" y="234"/>
                    <a:pt x="22" y="234"/>
                    <a:pt x="22" y="234"/>
                  </a:cubicBezTo>
                  <a:cubicBezTo>
                    <a:pt x="23" y="250"/>
                    <a:pt x="24" y="267"/>
                    <a:pt x="26" y="283"/>
                  </a:cubicBezTo>
                  <a:cubicBezTo>
                    <a:pt x="26" y="291"/>
                    <a:pt x="27" y="300"/>
                    <a:pt x="28" y="309"/>
                  </a:cubicBezTo>
                  <a:cubicBezTo>
                    <a:pt x="28" y="318"/>
                    <a:pt x="29" y="328"/>
                    <a:pt x="30" y="337"/>
                  </a:cubicBezTo>
                  <a:cubicBezTo>
                    <a:pt x="30" y="348"/>
                    <a:pt x="31" y="359"/>
                    <a:pt x="32" y="371"/>
                  </a:cubicBezTo>
                  <a:cubicBezTo>
                    <a:pt x="34" y="382"/>
                    <a:pt x="27" y="392"/>
                    <a:pt x="16" y="394"/>
                  </a:cubicBezTo>
                  <a:cubicBezTo>
                    <a:pt x="15" y="394"/>
                    <a:pt x="15" y="394"/>
                    <a:pt x="15" y="394"/>
                  </a:cubicBezTo>
                  <a:cubicBezTo>
                    <a:pt x="15" y="394"/>
                    <a:pt x="15" y="394"/>
                    <a:pt x="15" y="394"/>
                  </a:cubicBezTo>
                  <a:cubicBezTo>
                    <a:pt x="15" y="18"/>
                    <a:pt x="15" y="18"/>
                    <a:pt x="15" y="18"/>
                  </a:cubicBezTo>
                  <a:cubicBezTo>
                    <a:pt x="15" y="17"/>
                    <a:pt x="15" y="17"/>
                    <a:pt x="15" y="17"/>
                  </a:cubicBezTo>
                  <a:cubicBezTo>
                    <a:pt x="18" y="20"/>
                    <a:pt x="21" y="23"/>
                    <a:pt x="21" y="26"/>
                  </a:cubicBezTo>
                  <a:cubicBezTo>
                    <a:pt x="26" y="37"/>
                    <a:pt x="28" y="48"/>
                    <a:pt x="30" y="60"/>
                  </a:cubicBezTo>
                  <a:cubicBezTo>
                    <a:pt x="30" y="64"/>
                    <a:pt x="30" y="64"/>
                    <a:pt x="30" y="64"/>
                  </a:cubicBezTo>
                  <a:cubicBezTo>
                    <a:pt x="34" y="91"/>
                    <a:pt x="36" y="118"/>
                    <a:pt x="37" y="144"/>
                  </a:cubicBezTo>
                  <a:cubicBezTo>
                    <a:pt x="37" y="152"/>
                    <a:pt x="37" y="152"/>
                    <a:pt x="37" y="152"/>
                  </a:cubicBezTo>
                  <a:cubicBezTo>
                    <a:pt x="37" y="162"/>
                    <a:pt x="37" y="172"/>
                    <a:pt x="37" y="181"/>
                  </a:cubicBezTo>
                  <a:cubicBezTo>
                    <a:pt x="37" y="186"/>
                    <a:pt x="36" y="187"/>
                    <a:pt x="35" y="188"/>
                  </a:cubicBezTo>
                  <a:cubicBezTo>
                    <a:pt x="20" y="201"/>
                    <a:pt x="21" y="217"/>
                    <a:pt x="22" y="231"/>
                  </a:cubicBezTo>
                  <a:close/>
                </a:path>
              </a:pathLst>
            </a:custGeom>
            <a:grpFill/>
            <a:ln>
              <a:noFill/>
            </a:ln>
          </p:spPr>
          <p:txBody>
            <a:bodyPr vert="horz" wrap="square" lIns="91440" tIns="45720" rIns="91440" bIns="45720" numCol="1" rtlCol="0" anchor="t"/>
            <a:lstStyle/>
            <a:p>
              <a:endParaRPr lang="en-US" dirty="0"/>
            </a:p>
          </p:txBody>
        </p:sp>
        <p:sp>
          <p:nvSpPr>
            <p:cNvPr id="9" name="Freeform 33">
              <a:extLst>
                <a:ext uri="{1727DB11-A8B2-443B-8EA6-D569461005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89442A-BB92-49DD-A004-B665EC2CC17B}"/>
                </a:ext>
              </a:extLst>
            </p:cNvPr>
            <p:cNvSpPr/>
            <p:nvPr/>
          </p:nvSpPr>
          <p:spPr>
            <a:xfrm>
              <a:off x="3340" y="2998"/>
              <a:ext cx="353" cy="353"/>
            </a:xfrm>
            <a:custGeom>
              <a:avLst/>
              <a:gdLst/>
              <a:ahLst/>
              <a:cxnLst/>
              <a:rect l="0" t="0" r="r" b="b"/>
              <a:pathLst>
                <a:path w="354" h="354">
                  <a:moveTo>
                    <a:pt x="177" y="0"/>
                  </a:moveTo>
                  <a:cubicBezTo>
                    <a:pt x="79" y="0"/>
                    <a:pt x="0" y="79"/>
                    <a:pt x="0" y="177"/>
                  </a:cubicBezTo>
                  <a:cubicBezTo>
                    <a:pt x="0" y="275"/>
                    <a:pt x="79" y="354"/>
                    <a:pt x="177" y="354"/>
                  </a:cubicBezTo>
                  <a:cubicBezTo>
                    <a:pt x="275" y="354"/>
                    <a:pt x="354" y="275"/>
                    <a:pt x="354" y="177"/>
                  </a:cubicBezTo>
                  <a:cubicBezTo>
                    <a:pt x="354" y="177"/>
                    <a:pt x="354" y="177"/>
                    <a:pt x="354" y="177"/>
                  </a:cubicBezTo>
                  <a:cubicBezTo>
                    <a:pt x="354" y="79"/>
                    <a:pt x="275" y="0"/>
                    <a:pt x="177" y="0"/>
                  </a:cubicBezTo>
                  <a:close/>
                  <a:moveTo>
                    <a:pt x="177" y="339"/>
                  </a:moveTo>
                  <a:cubicBezTo>
                    <a:pt x="87" y="339"/>
                    <a:pt x="14" y="267"/>
                    <a:pt x="14" y="177"/>
                  </a:cubicBezTo>
                  <a:cubicBezTo>
                    <a:pt x="14" y="87"/>
                    <a:pt x="87" y="14"/>
                    <a:pt x="177" y="14"/>
                  </a:cubicBezTo>
                  <a:cubicBezTo>
                    <a:pt x="267" y="14"/>
                    <a:pt x="339" y="87"/>
                    <a:pt x="339" y="177"/>
                  </a:cubicBezTo>
                  <a:cubicBezTo>
                    <a:pt x="339" y="267"/>
                    <a:pt x="267" y="339"/>
                    <a:pt x="177" y="339"/>
                  </a:cubicBezTo>
                  <a:close/>
                </a:path>
              </a:pathLst>
            </a:custGeom>
            <a:grpFill/>
            <a:ln>
              <a:noFill/>
            </a:ln>
          </p:spPr>
          <p:txBody>
            <a:bodyPr vert="horz" wrap="square" lIns="91440" tIns="45720" rIns="91440" bIns="45720" numCol="1" rtlCol="0" anchor="t"/>
            <a:lstStyle/>
            <a:p>
              <a:endParaRPr lang="en-US" dirty="0"/>
            </a:p>
          </p:txBody>
        </p:sp>
        <p:sp>
          <p:nvSpPr>
            <p:cNvPr id="10" name="Freeform 34">
              <a:extLst>
                <a:ext uri="{E387E4A1-6725-44D1-9FE4-A37FEB069A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46C3DD-CEEB-41D0-ABDF-62D23B671E14}"/>
                </a:ext>
              </a:extLst>
            </p:cNvPr>
            <p:cNvSpPr/>
            <p:nvPr/>
          </p:nvSpPr>
          <p:spPr>
            <a:xfrm>
              <a:off x="3387" y="3027"/>
              <a:ext cx="223" cy="124"/>
            </a:xfrm>
            <a:custGeom>
              <a:avLst/>
              <a:gdLst/>
              <a:ahLst/>
              <a:cxnLst/>
              <a:rect l="0" t="0" r="r" b="b"/>
              <a:pathLst>
                <a:path w="223" h="124">
                  <a:moveTo>
                    <a:pt x="220" y="59"/>
                  </a:moveTo>
                  <a:cubicBezTo>
                    <a:pt x="223" y="57"/>
                    <a:pt x="223" y="52"/>
                    <a:pt x="220" y="49"/>
                  </a:cubicBezTo>
                  <a:cubicBezTo>
                    <a:pt x="220" y="49"/>
                    <a:pt x="220" y="49"/>
                    <a:pt x="220" y="49"/>
                  </a:cubicBezTo>
                  <a:cubicBezTo>
                    <a:pt x="165" y="0"/>
                    <a:pt x="81" y="4"/>
                    <a:pt x="31" y="59"/>
                  </a:cubicBezTo>
                  <a:cubicBezTo>
                    <a:pt x="17" y="75"/>
                    <a:pt x="6" y="94"/>
                    <a:pt x="1" y="114"/>
                  </a:cubicBezTo>
                  <a:cubicBezTo>
                    <a:pt x="0" y="118"/>
                    <a:pt x="2" y="122"/>
                    <a:pt x="6" y="123"/>
                  </a:cubicBezTo>
                  <a:cubicBezTo>
                    <a:pt x="10" y="124"/>
                    <a:pt x="14" y="122"/>
                    <a:pt x="15" y="118"/>
                  </a:cubicBezTo>
                  <a:cubicBezTo>
                    <a:pt x="15" y="118"/>
                    <a:pt x="15" y="118"/>
                    <a:pt x="15" y="118"/>
                  </a:cubicBezTo>
                  <a:cubicBezTo>
                    <a:pt x="32" y="55"/>
                    <a:pt x="97" y="17"/>
                    <a:pt x="160" y="33"/>
                  </a:cubicBezTo>
                  <a:cubicBezTo>
                    <a:pt x="179" y="38"/>
                    <a:pt x="196" y="47"/>
                    <a:pt x="210" y="60"/>
                  </a:cubicBezTo>
                  <a:cubicBezTo>
                    <a:pt x="213" y="63"/>
                    <a:pt x="218" y="62"/>
                    <a:pt x="220" y="59"/>
                  </a:cubicBezTo>
                  <a:cubicBezTo>
                    <a:pt x="220" y="59"/>
                    <a:pt x="220" y="59"/>
                    <a:pt x="220" y="59"/>
                  </a:cubicBezTo>
                  <a:close/>
                </a:path>
              </a:pathLst>
            </a:custGeom>
            <a:grpFill/>
            <a:ln>
              <a:noFill/>
            </a:ln>
          </p:spPr>
          <p:txBody>
            <a:bodyPr vert="horz" wrap="square" lIns="91440" tIns="45720" rIns="91440" bIns="45720" numCol="1" rtlCol="0" anchor="t"/>
            <a:lstStyle/>
            <a:p>
              <a:endParaRPr lang="en-US" dirty="0"/>
            </a:p>
          </p:txBody>
        </p:sp>
        <p:sp>
          <p:nvSpPr>
            <p:cNvPr id="11" name="Freeform 35">
              <a:extLst>
                <a:ext uri="{D76034D0-2A2F-48AE-A3F5-F21946FA43D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FC5F91-64BE-4A7C-8C14-2341ED8187F0}"/>
                </a:ext>
              </a:extLst>
            </p:cNvPr>
            <p:cNvSpPr/>
            <p:nvPr/>
          </p:nvSpPr>
          <p:spPr>
            <a:xfrm>
              <a:off x="3383" y="3168"/>
              <a:ext cx="53" cy="104"/>
            </a:xfrm>
            <a:custGeom>
              <a:avLst/>
              <a:gdLst/>
              <a:ahLst/>
              <a:cxnLst/>
              <a:rect l="0" t="0" r="r" b="b"/>
              <a:pathLst>
                <a:path w="53" h="104">
                  <a:moveTo>
                    <a:pt x="15" y="7"/>
                  </a:moveTo>
                  <a:cubicBezTo>
                    <a:pt x="15" y="3"/>
                    <a:pt x="12" y="0"/>
                    <a:pt x="7" y="0"/>
                  </a:cubicBezTo>
                  <a:cubicBezTo>
                    <a:pt x="3" y="0"/>
                    <a:pt x="0" y="3"/>
                    <a:pt x="0" y="7"/>
                  </a:cubicBezTo>
                  <a:cubicBezTo>
                    <a:pt x="0" y="42"/>
                    <a:pt x="14" y="76"/>
                    <a:pt x="40" y="101"/>
                  </a:cubicBezTo>
                  <a:cubicBezTo>
                    <a:pt x="43" y="104"/>
                    <a:pt x="47" y="104"/>
                    <a:pt x="50" y="101"/>
                  </a:cubicBezTo>
                  <a:cubicBezTo>
                    <a:pt x="53" y="98"/>
                    <a:pt x="53" y="94"/>
                    <a:pt x="50" y="91"/>
                  </a:cubicBezTo>
                  <a:cubicBezTo>
                    <a:pt x="27" y="69"/>
                    <a:pt x="15" y="39"/>
                    <a:pt x="15" y="7"/>
                  </a:cubicBezTo>
                  <a:close/>
                </a:path>
              </a:pathLst>
            </a:custGeom>
            <a:grpFill/>
            <a:ln>
              <a:noFill/>
            </a:ln>
          </p:spPr>
          <p:txBody>
            <a:bodyPr vert="horz" wrap="square" lIns="91440" tIns="45720" rIns="91440" bIns="45720" numCol="1" rtlCol="0" anchor="t"/>
            <a:lstStyle/>
            <a:p>
              <a:endParaRPr lang="en-US" dirty="0"/>
            </a:p>
          </p:txBody>
        </p:sp>
        <p:sp>
          <p:nvSpPr>
            <p:cNvPr id="12" name="Freeform 36">
              <a:extLst>
                <a:ext uri="{20C86E85-15D2-4E99-9AAD-052FCFDE1AC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0B8A59-3480-4FBF-BFAD-59AA510DF8A1}"/>
                </a:ext>
              </a:extLst>
            </p:cNvPr>
            <p:cNvSpPr/>
            <p:nvPr/>
          </p:nvSpPr>
          <p:spPr>
            <a:xfrm>
              <a:off x="3545" y="3122"/>
              <a:ext cx="121" cy="182"/>
            </a:xfrm>
            <a:custGeom>
              <a:avLst/>
              <a:gdLst/>
              <a:ahLst/>
              <a:cxnLst/>
              <a:rect l="0" t="0" r="r" b="b"/>
              <a:pathLst>
                <a:path w="121" h="182">
                  <a:moveTo>
                    <a:pt x="96" y="6"/>
                  </a:moveTo>
                  <a:cubicBezTo>
                    <a:pt x="95" y="2"/>
                    <a:pt x="91" y="0"/>
                    <a:pt x="87" y="2"/>
                  </a:cubicBezTo>
                  <a:cubicBezTo>
                    <a:pt x="83" y="3"/>
                    <a:pt x="82" y="7"/>
                    <a:pt x="83" y="11"/>
                  </a:cubicBezTo>
                  <a:cubicBezTo>
                    <a:pt x="88" y="24"/>
                    <a:pt x="91" y="39"/>
                    <a:pt x="91" y="53"/>
                  </a:cubicBezTo>
                  <a:cubicBezTo>
                    <a:pt x="91" y="106"/>
                    <a:pt x="56" y="152"/>
                    <a:pt x="6" y="167"/>
                  </a:cubicBezTo>
                  <a:cubicBezTo>
                    <a:pt x="2" y="168"/>
                    <a:pt x="0" y="172"/>
                    <a:pt x="1" y="176"/>
                  </a:cubicBezTo>
                  <a:cubicBezTo>
                    <a:pt x="2" y="180"/>
                    <a:pt x="6" y="182"/>
                    <a:pt x="10" y="181"/>
                  </a:cubicBezTo>
                  <a:cubicBezTo>
                    <a:pt x="81" y="160"/>
                    <a:pt x="121" y="86"/>
                    <a:pt x="100" y="15"/>
                  </a:cubicBezTo>
                  <a:cubicBezTo>
                    <a:pt x="99" y="12"/>
                    <a:pt x="98" y="9"/>
                    <a:pt x="96" y="6"/>
                  </a:cubicBezTo>
                  <a:close/>
                </a:path>
              </a:pathLst>
            </a:custGeom>
            <a:grpFill/>
            <a:ln>
              <a:noFill/>
            </a:ln>
          </p:spPr>
          <p:txBody>
            <a:bodyPr vert="horz" wrap="square" lIns="91440" tIns="45720" rIns="91440" bIns="45720" numCol="1" rtlCol="0" anchor="t"/>
            <a:lstStyle/>
            <a:p>
              <a:endParaRPr lang="en-US" dirty="0"/>
            </a:p>
          </p:txBody>
        </p:sp>
        <p:sp>
          <p:nvSpPr>
            <p:cNvPr id="13" name="Freeform 37">
              <a:extLst>
                <a:ext uri="{2B6880C8-6881-4CE5-B9B3-FE47506E33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3A3C3D-EE0F-48A6-8741-57842AEFE9A2}"/>
                </a:ext>
              </a:extLst>
            </p:cNvPr>
            <p:cNvSpPr/>
            <p:nvPr/>
          </p:nvSpPr>
          <p:spPr>
            <a:xfrm>
              <a:off x="3716" y="2985"/>
              <a:ext cx="73" cy="403"/>
            </a:xfrm>
            <a:custGeom>
              <a:avLst/>
              <a:gdLst/>
              <a:ahLst/>
              <a:cxnLst/>
              <a:rect l="0" t="0" r="r" b="b"/>
              <a:pathLst>
                <a:path w="73" h="403">
                  <a:moveTo>
                    <a:pt x="73" y="111"/>
                  </a:moveTo>
                  <a:cubicBezTo>
                    <a:pt x="69" y="7"/>
                    <a:pt x="69" y="7"/>
                    <a:pt x="69" y="7"/>
                  </a:cubicBezTo>
                  <a:cubicBezTo>
                    <a:pt x="68" y="3"/>
                    <a:pt x="65" y="0"/>
                    <a:pt x="61" y="0"/>
                  </a:cubicBezTo>
                  <a:cubicBezTo>
                    <a:pt x="57" y="0"/>
                    <a:pt x="54" y="4"/>
                    <a:pt x="54" y="8"/>
                  </a:cubicBezTo>
                  <a:cubicBezTo>
                    <a:pt x="54" y="8"/>
                    <a:pt x="54" y="8"/>
                    <a:pt x="54" y="8"/>
                  </a:cubicBezTo>
                  <a:cubicBezTo>
                    <a:pt x="58" y="111"/>
                    <a:pt x="58" y="111"/>
                    <a:pt x="58" y="111"/>
                  </a:cubicBezTo>
                  <a:cubicBezTo>
                    <a:pt x="59" y="120"/>
                    <a:pt x="53" y="128"/>
                    <a:pt x="44" y="131"/>
                  </a:cubicBezTo>
                  <a:cubicBezTo>
                    <a:pt x="44" y="7"/>
                    <a:pt x="44" y="7"/>
                    <a:pt x="44" y="7"/>
                  </a:cubicBezTo>
                  <a:cubicBezTo>
                    <a:pt x="44" y="3"/>
                    <a:pt x="41" y="0"/>
                    <a:pt x="36" y="0"/>
                  </a:cubicBezTo>
                  <a:cubicBezTo>
                    <a:pt x="32" y="0"/>
                    <a:pt x="29" y="3"/>
                    <a:pt x="29" y="7"/>
                  </a:cubicBezTo>
                  <a:cubicBezTo>
                    <a:pt x="29" y="131"/>
                    <a:pt x="29" y="131"/>
                    <a:pt x="29" y="131"/>
                  </a:cubicBezTo>
                  <a:cubicBezTo>
                    <a:pt x="20" y="128"/>
                    <a:pt x="14" y="120"/>
                    <a:pt x="14" y="111"/>
                  </a:cubicBezTo>
                  <a:cubicBezTo>
                    <a:pt x="19" y="8"/>
                    <a:pt x="19" y="8"/>
                    <a:pt x="19" y="8"/>
                  </a:cubicBezTo>
                  <a:cubicBezTo>
                    <a:pt x="19" y="4"/>
                    <a:pt x="16" y="0"/>
                    <a:pt x="12" y="0"/>
                  </a:cubicBezTo>
                  <a:cubicBezTo>
                    <a:pt x="8" y="0"/>
                    <a:pt x="5" y="3"/>
                    <a:pt x="4" y="7"/>
                  </a:cubicBezTo>
                  <a:cubicBezTo>
                    <a:pt x="0" y="111"/>
                    <a:pt x="0" y="111"/>
                    <a:pt x="0" y="111"/>
                  </a:cubicBezTo>
                  <a:cubicBezTo>
                    <a:pt x="0" y="124"/>
                    <a:pt x="7" y="136"/>
                    <a:pt x="19" y="142"/>
                  </a:cubicBezTo>
                  <a:cubicBezTo>
                    <a:pt x="10" y="380"/>
                    <a:pt x="10" y="380"/>
                    <a:pt x="10" y="380"/>
                  </a:cubicBezTo>
                  <a:cubicBezTo>
                    <a:pt x="10" y="393"/>
                    <a:pt x="24" y="403"/>
                    <a:pt x="36" y="403"/>
                  </a:cubicBezTo>
                  <a:cubicBezTo>
                    <a:pt x="49" y="403"/>
                    <a:pt x="63" y="393"/>
                    <a:pt x="63" y="380"/>
                  </a:cubicBezTo>
                  <a:cubicBezTo>
                    <a:pt x="54" y="142"/>
                    <a:pt x="54" y="142"/>
                    <a:pt x="54" y="142"/>
                  </a:cubicBezTo>
                  <a:cubicBezTo>
                    <a:pt x="66" y="136"/>
                    <a:pt x="73" y="124"/>
                    <a:pt x="73" y="111"/>
                  </a:cubicBezTo>
                  <a:close/>
                  <a:moveTo>
                    <a:pt x="36" y="389"/>
                  </a:moveTo>
                  <a:cubicBezTo>
                    <a:pt x="31" y="389"/>
                    <a:pt x="25" y="384"/>
                    <a:pt x="25" y="380"/>
                  </a:cubicBezTo>
                  <a:cubicBezTo>
                    <a:pt x="33" y="146"/>
                    <a:pt x="33" y="146"/>
                    <a:pt x="33" y="146"/>
                  </a:cubicBezTo>
                  <a:cubicBezTo>
                    <a:pt x="33" y="146"/>
                    <a:pt x="33" y="146"/>
                    <a:pt x="33" y="146"/>
                  </a:cubicBezTo>
                  <a:cubicBezTo>
                    <a:pt x="40" y="146"/>
                    <a:pt x="40" y="146"/>
                    <a:pt x="40" y="146"/>
                  </a:cubicBezTo>
                  <a:cubicBezTo>
                    <a:pt x="40" y="146"/>
                    <a:pt x="40" y="146"/>
                    <a:pt x="40" y="146"/>
                  </a:cubicBezTo>
                  <a:cubicBezTo>
                    <a:pt x="48" y="380"/>
                    <a:pt x="48" y="380"/>
                    <a:pt x="48" y="380"/>
                  </a:cubicBezTo>
                  <a:cubicBezTo>
                    <a:pt x="48" y="384"/>
                    <a:pt x="41" y="389"/>
                    <a:pt x="36" y="389"/>
                  </a:cubicBezTo>
                  <a:close/>
                </a:path>
              </a:pathLst>
            </a:custGeom>
            <a:grpFill/>
            <a:ln>
              <a:noFill/>
            </a:ln>
          </p:spPr>
          <p:txBody>
            <a:bodyPr vert="horz" wrap="square" lIns="91440" tIns="45720" rIns="91440" bIns="45720" numCol="1" rtlCol="0" anchor="t"/>
            <a:lstStyle/>
            <a:p>
              <a:endParaRPr lang="en-US" dirty="0"/>
            </a:p>
          </p:txBody>
        </p:sp>
      </p:grpSp>
      <p:grpSp>
        <p:nvGrpSpPr>
          <p:cNvPr id="14" name="Group 48">
            <a:extLst>
              <a:ext uri="{C54B1500-42F0-4B4E-BEFF-C5C5D84F87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4ECBC1C-71AB-4604-A35C-3EEC42699AF2}"/>
              </a:ext>
            </a:extLst>
          </p:cNvPr>
          <p:cNvGrpSpPr>
            <a:grpSpLocks noChangeAspect="1"/>
          </p:cNvGrpSpPr>
          <p:nvPr/>
        </p:nvGrpSpPr>
        <p:grpSpPr>
          <a:xfrm>
            <a:off x="4174334" y="3386577"/>
            <a:ext cx="459581" cy="608174"/>
            <a:chOff x="3306" y="3509"/>
            <a:chExt cx="433" cy="572"/>
          </a:xfrm>
          <a:solidFill>
            <a:schemeClr val="accent2"/>
          </a:solidFill>
        </p:grpSpPr>
        <p:sp>
          <p:nvSpPr>
            <p:cNvPr id="15" name="Freeform 49">
              <a:extLst>
                <a:ext uri="{8A1DB372-AB2C-4B08-813B-4B717273DB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A5906D-F9FE-4661-BC83-312DBB4ECA3C}"/>
                </a:ext>
              </a:extLst>
            </p:cNvPr>
            <p:cNvSpPr/>
            <p:nvPr/>
          </p:nvSpPr>
          <p:spPr>
            <a:xfrm>
              <a:off x="3398" y="3726"/>
              <a:ext cx="57" cy="69"/>
            </a:xfrm>
            <a:custGeom>
              <a:avLst/>
              <a:gdLst/>
              <a:ahLst/>
              <a:cxnLst/>
              <a:rect l="0" t="0" r="r" b="b"/>
              <a:pathLst>
                <a:path w="57" h="69">
                  <a:moveTo>
                    <a:pt x="31" y="0"/>
                  </a:moveTo>
                  <a:cubicBezTo>
                    <a:pt x="26" y="0"/>
                    <a:pt x="26" y="0"/>
                    <a:pt x="26" y="0"/>
                  </a:cubicBezTo>
                  <a:cubicBezTo>
                    <a:pt x="11" y="0"/>
                    <a:pt x="0" y="12"/>
                    <a:pt x="0" y="26"/>
                  </a:cubicBezTo>
                  <a:cubicBezTo>
                    <a:pt x="0" y="69"/>
                    <a:pt x="0" y="69"/>
                    <a:pt x="0" y="69"/>
                  </a:cubicBezTo>
                  <a:cubicBezTo>
                    <a:pt x="17" y="69"/>
                    <a:pt x="17" y="69"/>
                    <a:pt x="17" y="69"/>
                  </a:cubicBezTo>
                  <a:cubicBezTo>
                    <a:pt x="17" y="26"/>
                    <a:pt x="17" y="26"/>
                    <a:pt x="17" y="26"/>
                  </a:cubicBezTo>
                  <a:cubicBezTo>
                    <a:pt x="17" y="21"/>
                    <a:pt x="21" y="18"/>
                    <a:pt x="26" y="18"/>
                  </a:cubicBezTo>
                  <a:cubicBezTo>
                    <a:pt x="31" y="18"/>
                    <a:pt x="31" y="18"/>
                    <a:pt x="31" y="18"/>
                  </a:cubicBezTo>
                  <a:cubicBezTo>
                    <a:pt x="36" y="18"/>
                    <a:pt x="40" y="21"/>
                    <a:pt x="40" y="26"/>
                  </a:cubicBezTo>
                  <a:cubicBezTo>
                    <a:pt x="40" y="69"/>
                    <a:pt x="40" y="69"/>
                    <a:pt x="40" y="69"/>
                  </a:cubicBezTo>
                  <a:cubicBezTo>
                    <a:pt x="57" y="69"/>
                    <a:pt x="57" y="69"/>
                    <a:pt x="57" y="69"/>
                  </a:cubicBezTo>
                  <a:cubicBezTo>
                    <a:pt x="57" y="26"/>
                    <a:pt x="57" y="26"/>
                    <a:pt x="57" y="26"/>
                  </a:cubicBezTo>
                  <a:cubicBezTo>
                    <a:pt x="57" y="12"/>
                    <a:pt x="46" y="0"/>
                    <a:pt x="31" y="0"/>
                  </a:cubicBezTo>
                  <a:close/>
                </a:path>
              </a:pathLst>
            </a:custGeom>
            <a:grpFill/>
            <a:ln>
              <a:noFill/>
            </a:ln>
          </p:spPr>
          <p:txBody>
            <a:bodyPr vert="horz" wrap="square" lIns="91440" tIns="45720" rIns="91440" bIns="45720" numCol="1" rtlCol="0" anchor="t"/>
            <a:lstStyle/>
            <a:p>
              <a:endParaRPr lang="en-US" dirty="0"/>
            </a:p>
          </p:txBody>
        </p:sp>
        <p:sp>
          <p:nvSpPr>
            <p:cNvPr id="16" name="Freeform 50">
              <a:extLst>
                <a:ext uri="{2A02713F-4355-437F-89BA-6AD341BFF8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9E303B-4293-4825-B3F9-E6FBCAB1DC5B}"/>
                </a:ext>
              </a:extLst>
            </p:cNvPr>
            <p:cNvSpPr/>
            <p:nvPr/>
          </p:nvSpPr>
          <p:spPr>
            <a:xfrm>
              <a:off x="3398" y="3915"/>
              <a:ext cx="57" cy="69"/>
            </a:xfrm>
            <a:custGeom>
              <a:avLst/>
              <a:gdLst/>
              <a:ahLst/>
              <a:cxnLst/>
              <a:rect l="0" t="0" r="r" b="b"/>
              <a:pathLst>
                <a:path w="57" h="69">
                  <a:moveTo>
                    <a:pt x="31" y="0"/>
                  </a:moveTo>
                  <a:cubicBezTo>
                    <a:pt x="26" y="0"/>
                    <a:pt x="26" y="0"/>
                    <a:pt x="26" y="0"/>
                  </a:cubicBezTo>
                  <a:cubicBezTo>
                    <a:pt x="11" y="0"/>
                    <a:pt x="0" y="12"/>
                    <a:pt x="0" y="26"/>
                  </a:cubicBezTo>
                  <a:cubicBezTo>
                    <a:pt x="0" y="69"/>
                    <a:pt x="0" y="69"/>
                    <a:pt x="0" y="69"/>
                  </a:cubicBezTo>
                  <a:cubicBezTo>
                    <a:pt x="17" y="69"/>
                    <a:pt x="17" y="69"/>
                    <a:pt x="17" y="69"/>
                  </a:cubicBezTo>
                  <a:cubicBezTo>
                    <a:pt x="17" y="26"/>
                    <a:pt x="17" y="26"/>
                    <a:pt x="17" y="26"/>
                  </a:cubicBezTo>
                  <a:cubicBezTo>
                    <a:pt x="17" y="21"/>
                    <a:pt x="21" y="17"/>
                    <a:pt x="26" y="17"/>
                  </a:cubicBezTo>
                  <a:cubicBezTo>
                    <a:pt x="31" y="17"/>
                    <a:pt x="31" y="17"/>
                    <a:pt x="31" y="17"/>
                  </a:cubicBezTo>
                  <a:cubicBezTo>
                    <a:pt x="36" y="17"/>
                    <a:pt x="40" y="21"/>
                    <a:pt x="40" y="26"/>
                  </a:cubicBezTo>
                  <a:cubicBezTo>
                    <a:pt x="40" y="69"/>
                    <a:pt x="40" y="69"/>
                    <a:pt x="40" y="69"/>
                  </a:cubicBezTo>
                  <a:cubicBezTo>
                    <a:pt x="57" y="69"/>
                    <a:pt x="57" y="69"/>
                    <a:pt x="57" y="69"/>
                  </a:cubicBezTo>
                  <a:cubicBezTo>
                    <a:pt x="57" y="26"/>
                    <a:pt x="57" y="26"/>
                    <a:pt x="57" y="26"/>
                  </a:cubicBezTo>
                  <a:cubicBezTo>
                    <a:pt x="57" y="12"/>
                    <a:pt x="46" y="0"/>
                    <a:pt x="31" y="0"/>
                  </a:cubicBezTo>
                  <a:close/>
                </a:path>
              </a:pathLst>
            </a:custGeom>
            <a:grpFill/>
            <a:ln>
              <a:noFill/>
            </a:ln>
          </p:spPr>
          <p:txBody>
            <a:bodyPr vert="horz" wrap="square" lIns="91440" tIns="45720" rIns="91440" bIns="45720" numCol="1" rtlCol="0" anchor="t"/>
            <a:lstStyle/>
            <a:p>
              <a:endParaRPr lang="en-US" dirty="0"/>
            </a:p>
          </p:txBody>
        </p:sp>
        <p:sp>
          <p:nvSpPr>
            <p:cNvPr id="17" name="Freeform 51">
              <a:extLst>
                <a:ext uri="{6D4A74C4-14B1-4817-859D-E847DDB3BBA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48AB545-2B10-4443-ADD8-2EC4A36A6CD1}"/>
                </a:ext>
              </a:extLst>
            </p:cNvPr>
            <p:cNvSpPr/>
            <p:nvPr/>
          </p:nvSpPr>
          <p:spPr>
            <a:xfrm>
              <a:off x="3398" y="3818"/>
              <a:ext cx="57" cy="69"/>
            </a:xfrm>
            <a:custGeom>
              <a:avLst/>
              <a:gdLst/>
              <a:ahLst/>
              <a:cxnLst/>
              <a:rect l="0" t="0" r="r" b="b"/>
              <a:pathLst>
                <a:path w="57" h="69">
                  <a:moveTo>
                    <a:pt x="31" y="0"/>
                  </a:moveTo>
                  <a:cubicBezTo>
                    <a:pt x="26" y="0"/>
                    <a:pt x="26" y="0"/>
                    <a:pt x="26" y="0"/>
                  </a:cubicBezTo>
                  <a:cubicBezTo>
                    <a:pt x="11" y="0"/>
                    <a:pt x="0" y="11"/>
                    <a:pt x="0" y="26"/>
                  </a:cubicBezTo>
                  <a:cubicBezTo>
                    <a:pt x="0" y="69"/>
                    <a:pt x="0" y="69"/>
                    <a:pt x="0" y="69"/>
                  </a:cubicBezTo>
                  <a:cubicBezTo>
                    <a:pt x="17" y="69"/>
                    <a:pt x="17" y="69"/>
                    <a:pt x="17" y="69"/>
                  </a:cubicBezTo>
                  <a:cubicBezTo>
                    <a:pt x="17" y="26"/>
                    <a:pt x="17" y="26"/>
                    <a:pt x="17" y="26"/>
                  </a:cubicBezTo>
                  <a:cubicBezTo>
                    <a:pt x="17" y="21"/>
                    <a:pt x="21" y="17"/>
                    <a:pt x="26" y="17"/>
                  </a:cubicBezTo>
                  <a:cubicBezTo>
                    <a:pt x="31" y="17"/>
                    <a:pt x="31" y="17"/>
                    <a:pt x="31" y="17"/>
                  </a:cubicBezTo>
                  <a:cubicBezTo>
                    <a:pt x="36" y="17"/>
                    <a:pt x="40" y="21"/>
                    <a:pt x="40" y="26"/>
                  </a:cubicBezTo>
                  <a:cubicBezTo>
                    <a:pt x="40" y="69"/>
                    <a:pt x="40" y="69"/>
                    <a:pt x="40" y="69"/>
                  </a:cubicBezTo>
                  <a:cubicBezTo>
                    <a:pt x="57" y="69"/>
                    <a:pt x="57" y="69"/>
                    <a:pt x="57" y="69"/>
                  </a:cubicBezTo>
                  <a:cubicBezTo>
                    <a:pt x="57" y="26"/>
                    <a:pt x="57" y="26"/>
                    <a:pt x="57" y="26"/>
                  </a:cubicBezTo>
                  <a:cubicBezTo>
                    <a:pt x="57" y="11"/>
                    <a:pt x="46" y="0"/>
                    <a:pt x="31" y="0"/>
                  </a:cubicBezTo>
                  <a:close/>
                </a:path>
              </a:pathLst>
            </a:custGeom>
            <a:grpFill/>
            <a:ln>
              <a:noFill/>
            </a:ln>
          </p:spPr>
          <p:txBody>
            <a:bodyPr vert="horz" wrap="square" lIns="91440" tIns="45720" rIns="91440" bIns="45720" numCol="1" rtlCol="0" anchor="t"/>
            <a:lstStyle/>
            <a:p>
              <a:endParaRPr lang="en-US" dirty="0"/>
            </a:p>
          </p:txBody>
        </p:sp>
        <p:sp>
          <p:nvSpPr>
            <p:cNvPr id="18" name="Freeform 52">
              <a:extLst>
                <a:ext uri="{6039E7C3-4954-4CA7-9250-9B15489ABB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87EF87-A116-41C3-95E5-D42FAD207BA7}"/>
                </a:ext>
              </a:extLst>
            </p:cNvPr>
            <p:cNvSpPr/>
            <p:nvPr/>
          </p:nvSpPr>
          <p:spPr>
            <a:xfrm>
              <a:off x="3484" y="3726"/>
              <a:ext cx="57" cy="69"/>
            </a:xfrm>
            <a:custGeom>
              <a:avLst/>
              <a:gdLst/>
              <a:ahLst/>
              <a:cxnLst/>
              <a:rect l="0" t="0" r="r" b="b"/>
              <a:pathLst>
                <a:path w="57" h="69">
                  <a:moveTo>
                    <a:pt x="31" y="0"/>
                  </a:moveTo>
                  <a:cubicBezTo>
                    <a:pt x="25" y="0"/>
                    <a:pt x="25" y="0"/>
                    <a:pt x="25" y="0"/>
                  </a:cubicBezTo>
                  <a:cubicBezTo>
                    <a:pt x="11" y="0"/>
                    <a:pt x="0" y="12"/>
                    <a:pt x="0" y="26"/>
                  </a:cubicBezTo>
                  <a:cubicBezTo>
                    <a:pt x="0" y="69"/>
                    <a:pt x="0" y="69"/>
                    <a:pt x="0" y="69"/>
                  </a:cubicBezTo>
                  <a:cubicBezTo>
                    <a:pt x="17" y="69"/>
                    <a:pt x="17" y="69"/>
                    <a:pt x="17" y="69"/>
                  </a:cubicBezTo>
                  <a:cubicBezTo>
                    <a:pt x="17" y="26"/>
                    <a:pt x="17" y="26"/>
                    <a:pt x="17" y="26"/>
                  </a:cubicBezTo>
                  <a:cubicBezTo>
                    <a:pt x="17" y="21"/>
                    <a:pt x="21" y="18"/>
                    <a:pt x="25" y="18"/>
                  </a:cubicBezTo>
                  <a:cubicBezTo>
                    <a:pt x="31" y="18"/>
                    <a:pt x="31" y="18"/>
                    <a:pt x="31" y="18"/>
                  </a:cubicBezTo>
                  <a:cubicBezTo>
                    <a:pt x="36" y="18"/>
                    <a:pt x="40" y="21"/>
                    <a:pt x="40" y="26"/>
                  </a:cubicBezTo>
                  <a:cubicBezTo>
                    <a:pt x="40" y="69"/>
                    <a:pt x="40" y="69"/>
                    <a:pt x="40" y="69"/>
                  </a:cubicBezTo>
                  <a:cubicBezTo>
                    <a:pt x="57" y="69"/>
                    <a:pt x="57" y="69"/>
                    <a:pt x="57" y="69"/>
                  </a:cubicBezTo>
                  <a:cubicBezTo>
                    <a:pt x="57" y="26"/>
                    <a:pt x="57" y="26"/>
                    <a:pt x="57" y="26"/>
                  </a:cubicBezTo>
                  <a:cubicBezTo>
                    <a:pt x="57" y="12"/>
                    <a:pt x="45" y="0"/>
                    <a:pt x="31" y="0"/>
                  </a:cubicBezTo>
                  <a:close/>
                </a:path>
              </a:pathLst>
            </a:custGeom>
            <a:grpFill/>
            <a:ln>
              <a:noFill/>
            </a:ln>
          </p:spPr>
          <p:txBody>
            <a:bodyPr vert="horz" wrap="square" lIns="91440" tIns="45720" rIns="91440" bIns="45720" numCol="1" rtlCol="0" anchor="t"/>
            <a:lstStyle/>
            <a:p>
              <a:endParaRPr lang="en-US" dirty="0"/>
            </a:p>
          </p:txBody>
        </p:sp>
        <p:sp>
          <p:nvSpPr>
            <p:cNvPr id="19" name="Freeform 53">
              <a:extLst>
                <a:ext uri="{B542FF62-9DFE-46B4-896E-616B4A33822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35BD215-C482-4A71-88D0-D54C18BB73F0}"/>
                </a:ext>
              </a:extLst>
            </p:cNvPr>
            <p:cNvSpPr/>
            <p:nvPr/>
          </p:nvSpPr>
          <p:spPr>
            <a:xfrm>
              <a:off x="3484" y="3818"/>
              <a:ext cx="57" cy="69"/>
            </a:xfrm>
            <a:custGeom>
              <a:avLst/>
              <a:gdLst/>
              <a:ahLst/>
              <a:cxnLst/>
              <a:rect l="0" t="0" r="r" b="b"/>
              <a:pathLst>
                <a:path w="57" h="69">
                  <a:moveTo>
                    <a:pt x="31" y="0"/>
                  </a:moveTo>
                  <a:cubicBezTo>
                    <a:pt x="25" y="0"/>
                    <a:pt x="25" y="0"/>
                    <a:pt x="25" y="0"/>
                  </a:cubicBezTo>
                  <a:cubicBezTo>
                    <a:pt x="11" y="0"/>
                    <a:pt x="0" y="11"/>
                    <a:pt x="0" y="26"/>
                  </a:cubicBezTo>
                  <a:cubicBezTo>
                    <a:pt x="0" y="69"/>
                    <a:pt x="0" y="69"/>
                    <a:pt x="0" y="69"/>
                  </a:cubicBezTo>
                  <a:cubicBezTo>
                    <a:pt x="17" y="69"/>
                    <a:pt x="17" y="69"/>
                    <a:pt x="17" y="69"/>
                  </a:cubicBezTo>
                  <a:cubicBezTo>
                    <a:pt x="17" y="26"/>
                    <a:pt x="17" y="26"/>
                    <a:pt x="17" y="26"/>
                  </a:cubicBezTo>
                  <a:cubicBezTo>
                    <a:pt x="17" y="21"/>
                    <a:pt x="21" y="17"/>
                    <a:pt x="25" y="17"/>
                  </a:cubicBezTo>
                  <a:cubicBezTo>
                    <a:pt x="31" y="17"/>
                    <a:pt x="31" y="17"/>
                    <a:pt x="31" y="17"/>
                  </a:cubicBezTo>
                  <a:cubicBezTo>
                    <a:pt x="36" y="17"/>
                    <a:pt x="40" y="21"/>
                    <a:pt x="40" y="26"/>
                  </a:cubicBezTo>
                  <a:cubicBezTo>
                    <a:pt x="40" y="69"/>
                    <a:pt x="40" y="69"/>
                    <a:pt x="40" y="69"/>
                  </a:cubicBezTo>
                  <a:cubicBezTo>
                    <a:pt x="57" y="69"/>
                    <a:pt x="57" y="69"/>
                    <a:pt x="57" y="69"/>
                  </a:cubicBezTo>
                  <a:cubicBezTo>
                    <a:pt x="57" y="26"/>
                    <a:pt x="57" y="26"/>
                    <a:pt x="57" y="26"/>
                  </a:cubicBezTo>
                  <a:cubicBezTo>
                    <a:pt x="57" y="11"/>
                    <a:pt x="45" y="0"/>
                    <a:pt x="31" y="0"/>
                  </a:cubicBezTo>
                  <a:close/>
                </a:path>
              </a:pathLst>
            </a:custGeom>
            <a:grpFill/>
            <a:ln>
              <a:noFill/>
            </a:ln>
          </p:spPr>
          <p:txBody>
            <a:bodyPr vert="horz" wrap="square" lIns="91440" tIns="45720" rIns="91440" bIns="45720" numCol="1" rtlCol="0" anchor="t"/>
            <a:lstStyle/>
            <a:p>
              <a:endParaRPr lang="en-US" dirty="0"/>
            </a:p>
          </p:txBody>
        </p:sp>
        <p:sp>
          <p:nvSpPr>
            <p:cNvPr id="20" name="Freeform 54">
              <a:extLst>
                <a:ext uri="{3880CA05-A66F-4902-8C34-CB1D79CA2C6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BBE939-E644-4D35-A824-6265D764087D}"/>
                </a:ext>
              </a:extLst>
            </p:cNvPr>
            <p:cNvSpPr/>
            <p:nvPr/>
          </p:nvSpPr>
          <p:spPr>
            <a:xfrm>
              <a:off x="3306" y="3573"/>
              <a:ext cx="85" cy="80"/>
            </a:xfrm>
            <a:custGeom>
              <a:avLst/>
              <a:gdLst/>
              <a:ahLst/>
              <a:cxnLst/>
              <a:rect l="0" t="0" r="r" b="b"/>
              <a:pathLst>
                <a:path w="85" h="81">
                  <a:moveTo>
                    <a:pt x="43" y="70"/>
                  </a:moveTo>
                  <a:lnTo>
                    <a:pt x="69" y="81"/>
                  </a:lnTo>
                  <a:lnTo>
                    <a:pt x="66" y="53"/>
                  </a:lnTo>
                  <a:lnTo>
                    <a:pt x="85" y="31"/>
                  </a:lnTo>
                  <a:lnTo>
                    <a:pt x="57" y="25"/>
                  </a:lnTo>
                  <a:lnTo>
                    <a:pt x="43" y="0"/>
                  </a:lnTo>
                  <a:lnTo>
                    <a:pt x="28" y="25"/>
                  </a:lnTo>
                  <a:lnTo>
                    <a:pt x="0" y="31"/>
                  </a:lnTo>
                  <a:lnTo>
                    <a:pt x="19" y="53"/>
                  </a:lnTo>
                  <a:lnTo>
                    <a:pt x="17" y="81"/>
                  </a:lnTo>
                  <a:lnTo>
                    <a:pt x="43" y="70"/>
                  </a:lnTo>
                  <a:close/>
                  <a:moveTo>
                    <a:pt x="39" y="40"/>
                  </a:moveTo>
                  <a:lnTo>
                    <a:pt x="43" y="34"/>
                  </a:lnTo>
                  <a:lnTo>
                    <a:pt x="46" y="40"/>
                  </a:lnTo>
                  <a:lnTo>
                    <a:pt x="53" y="41"/>
                  </a:lnTo>
                  <a:lnTo>
                    <a:pt x="49" y="47"/>
                  </a:lnTo>
                  <a:lnTo>
                    <a:pt x="49" y="54"/>
                  </a:lnTo>
                  <a:lnTo>
                    <a:pt x="43" y="51"/>
                  </a:lnTo>
                  <a:lnTo>
                    <a:pt x="36" y="54"/>
                  </a:lnTo>
                  <a:lnTo>
                    <a:pt x="37" y="47"/>
                  </a:lnTo>
                  <a:lnTo>
                    <a:pt x="32" y="41"/>
                  </a:lnTo>
                  <a:lnTo>
                    <a:pt x="39" y="40"/>
                  </a:lnTo>
                  <a:close/>
                </a:path>
              </a:pathLst>
            </a:custGeom>
            <a:grpFill/>
            <a:ln>
              <a:noFill/>
            </a:ln>
          </p:spPr>
          <p:txBody>
            <a:bodyPr vert="horz" wrap="square" lIns="91440" tIns="45720" rIns="91440" bIns="45720" numCol="1" rtlCol="0" anchor="t"/>
            <a:lstStyle/>
            <a:p>
              <a:endParaRPr lang="en-US" dirty="0"/>
            </a:p>
          </p:txBody>
        </p:sp>
        <p:sp>
          <p:nvSpPr>
            <p:cNvPr id="21" name="Freeform 55">
              <a:extLst>
                <a:ext uri="{383BE4F8-C697-4F88-8186-E2EDFCE36DB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8CEDDA-843B-427B-ABA7-A8FBBE6A1DE2}"/>
                </a:ext>
              </a:extLst>
            </p:cNvPr>
            <p:cNvSpPr/>
            <p:nvPr/>
          </p:nvSpPr>
          <p:spPr>
            <a:xfrm>
              <a:off x="3382" y="3526"/>
              <a:ext cx="85" cy="80"/>
            </a:xfrm>
            <a:custGeom>
              <a:avLst/>
              <a:gdLst/>
              <a:ahLst/>
              <a:cxnLst/>
              <a:rect l="0" t="0" r="r" b="b"/>
              <a:pathLst>
                <a:path w="85" h="80">
                  <a:moveTo>
                    <a:pt x="16" y="80"/>
                  </a:moveTo>
                  <a:lnTo>
                    <a:pt x="43" y="69"/>
                  </a:lnTo>
                  <a:lnTo>
                    <a:pt x="56" y="75"/>
                  </a:lnTo>
                  <a:lnTo>
                    <a:pt x="69" y="80"/>
                  </a:lnTo>
                  <a:lnTo>
                    <a:pt x="66" y="52"/>
                  </a:lnTo>
                  <a:lnTo>
                    <a:pt x="85" y="31"/>
                  </a:lnTo>
                  <a:lnTo>
                    <a:pt x="57" y="24"/>
                  </a:lnTo>
                  <a:lnTo>
                    <a:pt x="43" y="0"/>
                  </a:lnTo>
                  <a:lnTo>
                    <a:pt x="28" y="24"/>
                  </a:lnTo>
                  <a:lnTo>
                    <a:pt x="0" y="31"/>
                  </a:lnTo>
                  <a:lnTo>
                    <a:pt x="19" y="52"/>
                  </a:lnTo>
                  <a:lnTo>
                    <a:pt x="16" y="80"/>
                  </a:lnTo>
                  <a:close/>
                  <a:moveTo>
                    <a:pt x="39" y="39"/>
                  </a:moveTo>
                  <a:lnTo>
                    <a:pt x="43" y="33"/>
                  </a:lnTo>
                  <a:lnTo>
                    <a:pt x="46" y="39"/>
                  </a:lnTo>
                  <a:lnTo>
                    <a:pt x="53" y="41"/>
                  </a:lnTo>
                  <a:lnTo>
                    <a:pt x="48" y="46"/>
                  </a:lnTo>
                  <a:lnTo>
                    <a:pt x="49" y="53"/>
                  </a:lnTo>
                  <a:lnTo>
                    <a:pt x="43" y="51"/>
                  </a:lnTo>
                  <a:lnTo>
                    <a:pt x="36" y="53"/>
                  </a:lnTo>
                  <a:lnTo>
                    <a:pt x="37" y="46"/>
                  </a:lnTo>
                  <a:lnTo>
                    <a:pt x="32" y="41"/>
                  </a:lnTo>
                  <a:lnTo>
                    <a:pt x="39" y="39"/>
                  </a:lnTo>
                  <a:close/>
                </a:path>
              </a:pathLst>
            </a:custGeom>
            <a:grpFill/>
            <a:ln>
              <a:noFill/>
            </a:ln>
          </p:spPr>
          <p:txBody>
            <a:bodyPr vert="horz" wrap="square" lIns="91440" tIns="45720" rIns="91440" bIns="45720" numCol="1" rtlCol="0" anchor="t"/>
            <a:lstStyle/>
            <a:p>
              <a:endParaRPr lang="en-US" dirty="0"/>
            </a:p>
          </p:txBody>
        </p:sp>
        <p:sp>
          <p:nvSpPr>
            <p:cNvPr id="22" name="Freeform 56">
              <a:extLst>
                <a:ext uri="{A6BAB92A-7611-42A9-B6E4-40A8E90A3E5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6D5BF63-7036-45E2-9173-E0A196AA3AAF}"/>
                </a:ext>
              </a:extLst>
            </p:cNvPr>
            <p:cNvSpPr/>
            <p:nvPr/>
          </p:nvSpPr>
          <p:spPr>
            <a:xfrm>
              <a:off x="3470" y="3509"/>
              <a:ext cx="85" cy="80"/>
            </a:xfrm>
            <a:custGeom>
              <a:avLst/>
              <a:gdLst/>
              <a:ahLst/>
              <a:cxnLst/>
              <a:rect l="0" t="0" r="r" b="b"/>
              <a:pathLst>
                <a:path w="85" h="81">
                  <a:moveTo>
                    <a:pt x="17" y="81"/>
                  </a:moveTo>
                  <a:lnTo>
                    <a:pt x="43" y="70"/>
                  </a:lnTo>
                  <a:lnTo>
                    <a:pt x="69" y="81"/>
                  </a:lnTo>
                  <a:lnTo>
                    <a:pt x="67" y="53"/>
                  </a:lnTo>
                  <a:lnTo>
                    <a:pt x="85" y="31"/>
                  </a:lnTo>
                  <a:lnTo>
                    <a:pt x="58" y="25"/>
                  </a:lnTo>
                  <a:lnTo>
                    <a:pt x="43" y="0"/>
                  </a:lnTo>
                  <a:lnTo>
                    <a:pt x="28" y="25"/>
                  </a:lnTo>
                  <a:lnTo>
                    <a:pt x="0" y="31"/>
                  </a:lnTo>
                  <a:lnTo>
                    <a:pt x="19" y="53"/>
                  </a:lnTo>
                  <a:lnTo>
                    <a:pt x="17" y="81"/>
                  </a:lnTo>
                  <a:close/>
                  <a:moveTo>
                    <a:pt x="39" y="40"/>
                  </a:moveTo>
                  <a:lnTo>
                    <a:pt x="43" y="34"/>
                  </a:lnTo>
                  <a:lnTo>
                    <a:pt x="47" y="40"/>
                  </a:lnTo>
                  <a:lnTo>
                    <a:pt x="54" y="42"/>
                  </a:lnTo>
                  <a:lnTo>
                    <a:pt x="49" y="47"/>
                  </a:lnTo>
                  <a:lnTo>
                    <a:pt x="49" y="54"/>
                  </a:lnTo>
                  <a:lnTo>
                    <a:pt x="43" y="51"/>
                  </a:lnTo>
                  <a:lnTo>
                    <a:pt x="36" y="54"/>
                  </a:lnTo>
                  <a:lnTo>
                    <a:pt x="37" y="47"/>
                  </a:lnTo>
                  <a:lnTo>
                    <a:pt x="32" y="42"/>
                  </a:lnTo>
                  <a:lnTo>
                    <a:pt x="39" y="40"/>
                  </a:lnTo>
                  <a:close/>
                </a:path>
              </a:pathLst>
            </a:custGeom>
            <a:grpFill/>
            <a:ln>
              <a:noFill/>
            </a:ln>
          </p:spPr>
          <p:txBody>
            <a:bodyPr vert="horz" wrap="square" lIns="91440" tIns="45720" rIns="91440" bIns="45720" numCol="1" rtlCol="0" anchor="t"/>
            <a:lstStyle/>
            <a:p>
              <a:endParaRPr lang="en-US" dirty="0"/>
            </a:p>
          </p:txBody>
        </p:sp>
        <p:sp>
          <p:nvSpPr>
            <p:cNvPr id="23" name="Freeform 57">
              <a:extLst>
                <a:ext uri="{50CF9095-3425-4374-9BBD-9083B830D6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952EE25-88AE-43F3-AAC5-6E46DC5AAEEE}"/>
                </a:ext>
              </a:extLst>
            </p:cNvPr>
            <p:cNvSpPr/>
            <p:nvPr/>
          </p:nvSpPr>
          <p:spPr>
            <a:xfrm>
              <a:off x="3558" y="3527"/>
              <a:ext cx="85" cy="80"/>
            </a:xfrm>
            <a:custGeom>
              <a:avLst/>
              <a:gdLst/>
              <a:ahLst/>
              <a:cxnLst/>
              <a:rect l="0" t="0" r="r" b="b"/>
              <a:pathLst>
                <a:path w="85" h="81">
                  <a:moveTo>
                    <a:pt x="16" y="81"/>
                  </a:moveTo>
                  <a:lnTo>
                    <a:pt x="43" y="70"/>
                  </a:lnTo>
                  <a:lnTo>
                    <a:pt x="69" y="81"/>
                  </a:lnTo>
                  <a:lnTo>
                    <a:pt x="66" y="52"/>
                  </a:lnTo>
                  <a:lnTo>
                    <a:pt x="85" y="31"/>
                  </a:lnTo>
                  <a:lnTo>
                    <a:pt x="57" y="25"/>
                  </a:lnTo>
                  <a:lnTo>
                    <a:pt x="43" y="0"/>
                  </a:lnTo>
                  <a:lnTo>
                    <a:pt x="28" y="25"/>
                  </a:lnTo>
                  <a:lnTo>
                    <a:pt x="0" y="31"/>
                  </a:lnTo>
                  <a:lnTo>
                    <a:pt x="19" y="52"/>
                  </a:lnTo>
                  <a:lnTo>
                    <a:pt x="16" y="81"/>
                  </a:lnTo>
                  <a:close/>
                  <a:moveTo>
                    <a:pt x="39" y="40"/>
                  </a:moveTo>
                  <a:lnTo>
                    <a:pt x="43" y="34"/>
                  </a:lnTo>
                  <a:lnTo>
                    <a:pt x="46" y="40"/>
                  </a:lnTo>
                  <a:lnTo>
                    <a:pt x="53" y="41"/>
                  </a:lnTo>
                  <a:lnTo>
                    <a:pt x="48" y="47"/>
                  </a:lnTo>
                  <a:lnTo>
                    <a:pt x="49" y="54"/>
                  </a:lnTo>
                  <a:lnTo>
                    <a:pt x="43" y="51"/>
                  </a:lnTo>
                  <a:lnTo>
                    <a:pt x="36" y="54"/>
                  </a:lnTo>
                  <a:lnTo>
                    <a:pt x="37" y="47"/>
                  </a:lnTo>
                  <a:lnTo>
                    <a:pt x="32" y="41"/>
                  </a:lnTo>
                  <a:lnTo>
                    <a:pt x="39" y="40"/>
                  </a:lnTo>
                  <a:close/>
                </a:path>
              </a:pathLst>
            </a:custGeom>
            <a:grpFill/>
            <a:ln>
              <a:noFill/>
            </a:ln>
          </p:spPr>
          <p:txBody>
            <a:bodyPr vert="horz" wrap="square" lIns="91440" tIns="45720" rIns="91440" bIns="45720" numCol="1" rtlCol="0" anchor="t"/>
            <a:lstStyle/>
            <a:p>
              <a:endParaRPr lang="en-US" dirty="0"/>
            </a:p>
          </p:txBody>
        </p:sp>
        <p:sp>
          <p:nvSpPr>
            <p:cNvPr id="24" name="Freeform 58">
              <a:extLst>
                <a:ext uri="{7F0B4B96-E89C-43B6-9687-E278BF839DC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FC112CA-7BB1-4026-9D04-528FB4776E56}"/>
                </a:ext>
              </a:extLst>
            </p:cNvPr>
            <p:cNvSpPr/>
            <p:nvPr/>
          </p:nvSpPr>
          <p:spPr>
            <a:xfrm>
              <a:off x="3633" y="3576"/>
              <a:ext cx="85" cy="80"/>
            </a:xfrm>
            <a:custGeom>
              <a:avLst/>
              <a:gdLst/>
              <a:ahLst/>
              <a:cxnLst/>
              <a:rect l="0" t="0" r="r" b="b"/>
              <a:pathLst>
                <a:path w="85" h="81">
                  <a:moveTo>
                    <a:pt x="19" y="53"/>
                  </a:moveTo>
                  <a:lnTo>
                    <a:pt x="17" y="81"/>
                  </a:lnTo>
                  <a:lnTo>
                    <a:pt x="43" y="70"/>
                  </a:lnTo>
                  <a:lnTo>
                    <a:pt x="69" y="81"/>
                  </a:lnTo>
                  <a:lnTo>
                    <a:pt x="67" y="53"/>
                  </a:lnTo>
                  <a:lnTo>
                    <a:pt x="85" y="31"/>
                  </a:lnTo>
                  <a:lnTo>
                    <a:pt x="58" y="25"/>
                  </a:lnTo>
                  <a:lnTo>
                    <a:pt x="43" y="0"/>
                  </a:lnTo>
                  <a:lnTo>
                    <a:pt x="28" y="25"/>
                  </a:lnTo>
                  <a:lnTo>
                    <a:pt x="0" y="31"/>
                  </a:lnTo>
                  <a:lnTo>
                    <a:pt x="19" y="53"/>
                  </a:lnTo>
                  <a:close/>
                  <a:moveTo>
                    <a:pt x="39" y="40"/>
                  </a:moveTo>
                  <a:lnTo>
                    <a:pt x="43" y="34"/>
                  </a:lnTo>
                  <a:lnTo>
                    <a:pt x="47" y="40"/>
                  </a:lnTo>
                  <a:lnTo>
                    <a:pt x="53" y="42"/>
                  </a:lnTo>
                  <a:lnTo>
                    <a:pt x="49" y="47"/>
                  </a:lnTo>
                  <a:lnTo>
                    <a:pt x="49" y="54"/>
                  </a:lnTo>
                  <a:lnTo>
                    <a:pt x="43" y="51"/>
                  </a:lnTo>
                  <a:lnTo>
                    <a:pt x="36" y="54"/>
                  </a:lnTo>
                  <a:lnTo>
                    <a:pt x="37" y="47"/>
                  </a:lnTo>
                  <a:lnTo>
                    <a:pt x="32" y="42"/>
                  </a:lnTo>
                  <a:lnTo>
                    <a:pt x="39" y="40"/>
                  </a:lnTo>
                  <a:close/>
                </a:path>
              </a:pathLst>
            </a:custGeom>
            <a:grpFill/>
            <a:ln>
              <a:noFill/>
            </a:ln>
          </p:spPr>
          <p:txBody>
            <a:bodyPr vert="horz" wrap="square" lIns="91440" tIns="45720" rIns="91440" bIns="45720" numCol="1" rtlCol="0" anchor="t"/>
            <a:lstStyle/>
            <a:p>
              <a:endParaRPr lang="en-US" dirty="0"/>
            </a:p>
          </p:txBody>
        </p:sp>
        <p:sp>
          <p:nvSpPr>
            <p:cNvPr id="25" name="Freeform 59">
              <a:extLst>
                <a:ext uri="{14EF3179-E83A-4EA4-9C3D-40DD837B09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96D0FC-8D31-408B-8E50-38585E54C72C}"/>
                </a:ext>
              </a:extLst>
            </p:cNvPr>
            <p:cNvSpPr/>
            <p:nvPr/>
          </p:nvSpPr>
          <p:spPr>
            <a:xfrm>
              <a:off x="3323" y="3629"/>
              <a:ext cx="416" cy="452"/>
            </a:xfrm>
            <a:custGeom>
              <a:avLst/>
              <a:gdLst/>
              <a:ahLst/>
              <a:cxnLst/>
              <a:rect l="0" t="0" r="r" b="b"/>
              <a:pathLst>
                <a:path w="416" h="453">
                  <a:moveTo>
                    <a:pt x="338" y="161"/>
                  </a:moveTo>
                  <a:cubicBezTo>
                    <a:pt x="338" y="80"/>
                    <a:pt x="338" y="80"/>
                    <a:pt x="338" y="80"/>
                  </a:cubicBezTo>
                  <a:cubicBezTo>
                    <a:pt x="361" y="80"/>
                    <a:pt x="361" y="80"/>
                    <a:pt x="361" y="80"/>
                  </a:cubicBezTo>
                  <a:cubicBezTo>
                    <a:pt x="361" y="63"/>
                    <a:pt x="361" y="63"/>
                    <a:pt x="361" y="63"/>
                  </a:cubicBezTo>
                  <a:cubicBezTo>
                    <a:pt x="309" y="63"/>
                    <a:pt x="309" y="63"/>
                    <a:pt x="309" y="63"/>
                  </a:cubicBezTo>
                  <a:cubicBezTo>
                    <a:pt x="309" y="17"/>
                    <a:pt x="309" y="17"/>
                    <a:pt x="309" y="17"/>
                  </a:cubicBezTo>
                  <a:cubicBezTo>
                    <a:pt x="321" y="17"/>
                    <a:pt x="321" y="17"/>
                    <a:pt x="321" y="17"/>
                  </a:cubicBezTo>
                  <a:cubicBezTo>
                    <a:pt x="321" y="0"/>
                    <a:pt x="321" y="0"/>
                    <a:pt x="321" y="0"/>
                  </a:cubicBezTo>
                  <a:cubicBezTo>
                    <a:pt x="309" y="0"/>
                    <a:pt x="309" y="0"/>
                    <a:pt x="309" y="0"/>
                  </a:cubicBezTo>
                  <a:cubicBezTo>
                    <a:pt x="69" y="0"/>
                    <a:pt x="69" y="0"/>
                    <a:pt x="69" y="0"/>
                  </a:cubicBezTo>
                  <a:cubicBezTo>
                    <a:pt x="57" y="0"/>
                    <a:pt x="57" y="0"/>
                    <a:pt x="57" y="0"/>
                  </a:cubicBezTo>
                  <a:cubicBezTo>
                    <a:pt x="57" y="17"/>
                    <a:pt x="57" y="17"/>
                    <a:pt x="57" y="17"/>
                  </a:cubicBezTo>
                  <a:cubicBezTo>
                    <a:pt x="69" y="17"/>
                    <a:pt x="69" y="17"/>
                    <a:pt x="69" y="17"/>
                  </a:cubicBezTo>
                  <a:cubicBezTo>
                    <a:pt x="69" y="63"/>
                    <a:pt x="69" y="63"/>
                    <a:pt x="69" y="63"/>
                  </a:cubicBezTo>
                  <a:cubicBezTo>
                    <a:pt x="17" y="63"/>
                    <a:pt x="17" y="63"/>
                    <a:pt x="17" y="63"/>
                  </a:cubicBezTo>
                  <a:cubicBezTo>
                    <a:pt x="17" y="80"/>
                    <a:pt x="17" y="80"/>
                    <a:pt x="17" y="80"/>
                  </a:cubicBezTo>
                  <a:cubicBezTo>
                    <a:pt x="40" y="80"/>
                    <a:pt x="40" y="80"/>
                    <a:pt x="40" y="80"/>
                  </a:cubicBezTo>
                  <a:cubicBezTo>
                    <a:pt x="40" y="401"/>
                    <a:pt x="40" y="401"/>
                    <a:pt x="40" y="401"/>
                  </a:cubicBezTo>
                  <a:cubicBezTo>
                    <a:pt x="0" y="401"/>
                    <a:pt x="0" y="401"/>
                    <a:pt x="0" y="401"/>
                  </a:cubicBezTo>
                  <a:cubicBezTo>
                    <a:pt x="0" y="418"/>
                    <a:pt x="0" y="418"/>
                    <a:pt x="0" y="418"/>
                  </a:cubicBezTo>
                  <a:cubicBezTo>
                    <a:pt x="40" y="418"/>
                    <a:pt x="40" y="418"/>
                    <a:pt x="40" y="418"/>
                  </a:cubicBezTo>
                  <a:cubicBezTo>
                    <a:pt x="149" y="418"/>
                    <a:pt x="149" y="418"/>
                    <a:pt x="149" y="418"/>
                  </a:cubicBezTo>
                  <a:cubicBezTo>
                    <a:pt x="235" y="418"/>
                    <a:pt x="235" y="418"/>
                    <a:pt x="235" y="418"/>
                  </a:cubicBezTo>
                  <a:cubicBezTo>
                    <a:pt x="298" y="418"/>
                    <a:pt x="298" y="418"/>
                    <a:pt x="298" y="418"/>
                  </a:cubicBezTo>
                  <a:cubicBezTo>
                    <a:pt x="316" y="453"/>
                    <a:pt x="324" y="453"/>
                    <a:pt x="327" y="453"/>
                  </a:cubicBezTo>
                  <a:cubicBezTo>
                    <a:pt x="331" y="453"/>
                    <a:pt x="344" y="453"/>
                    <a:pt x="380" y="367"/>
                  </a:cubicBezTo>
                  <a:cubicBezTo>
                    <a:pt x="389" y="348"/>
                    <a:pt x="416" y="281"/>
                    <a:pt x="416" y="250"/>
                  </a:cubicBezTo>
                  <a:cubicBezTo>
                    <a:pt x="416" y="204"/>
                    <a:pt x="382" y="167"/>
                    <a:pt x="338" y="161"/>
                  </a:cubicBezTo>
                  <a:close/>
                  <a:moveTo>
                    <a:pt x="86" y="17"/>
                  </a:moveTo>
                  <a:cubicBezTo>
                    <a:pt x="292" y="17"/>
                    <a:pt x="292" y="17"/>
                    <a:pt x="292" y="17"/>
                  </a:cubicBezTo>
                  <a:cubicBezTo>
                    <a:pt x="292" y="63"/>
                    <a:pt x="292" y="63"/>
                    <a:pt x="292" y="63"/>
                  </a:cubicBezTo>
                  <a:cubicBezTo>
                    <a:pt x="86" y="63"/>
                    <a:pt x="86" y="63"/>
                    <a:pt x="86" y="63"/>
                  </a:cubicBezTo>
                  <a:lnTo>
                    <a:pt x="86" y="17"/>
                  </a:lnTo>
                  <a:close/>
                  <a:moveTo>
                    <a:pt x="166" y="401"/>
                  </a:moveTo>
                  <a:cubicBezTo>
                    <a:pt x="166" y="298"/>
                    <a:pt x="166" y="298"/>
                    <a:pt x="166" y="298"/>
                  </a:cubicBezTo>
                  <a:cubicBezTo>
                    <a:pt x="218" y="298"/>
                    <a:pt x="218" y="298"/>
                    <a:pt x="218" y="298"/>
                  </a:cubicBezTo>
                  <a:cubicBezTo>
                    <a:pt x="218" y="401"/>
                    <a:pt x="218" y="401"/>
                    <a:pt x="218" y="401"/>
                  </a:cubicBezTo>
                  <a:lnTo>
                    <a:pt x="166" y="401"/>
                  </a:lnTo>
                  <a:close/>
                  <a:moveTo>
                    <a:pt x="235" y="401"/>
                  </a:moveTo>
                  <a:cubicBezTo>
                    <a:pt x="235" y="281"/>
                    <a:pt x="235" y="281"/>
                    <a:pt x="235" y="281"/>
                  </a:cubicBezTo>
                  <a:cubicBezTo>
                    <a:pt x="149" y="281"/>
                    <a:pt x="149" y="281"/>
                    <a:pt x="149" y="281"/>
                  </a:cubicBezTo>
                  <a:cubicBezTo>
                    <a:pt x="149" y="401"/>
                    <a:pt x="149" y="401"/>
                    <a:pt x="149" y="401"/>
                  </a:cubicBezTo>
                  <a:cubicBezTo>
                    <a:pt x="57" y="401"/>
                    <a:pt x="57" y="401"/>
                    <a:pt x="57" y="401"/>
                  </a:cubicBezTo>
                  <a:cubicBezTo>
                    <a:pt x="57" y="80"/>
                    <a:pt x="57" y="80"/>
                    <a:pt x="57" y="80"/>
                  </a:cubicBezTo>
                  <a:cubicBezTo>
                    <a:pt x="321" y="80"/>
                    <a:pt x="321" y="80"/>
                    <a:pt x="321" y="80"/>
                  </a:cubicBezTo>
                  <a:cubicBezTo>
                    <a:pt x="321" y="161"/>
                    <a:pt x="321" y="161"/>
                    <a:pt x="321" y="161"/>
                  </a:cubicBezTo>
                  <a:cubicBezTo>
                    <a:pt x="315" y="161"/>
                    <a:pt x="309" y="162"/>
                    <a:pt x="304" y="164"/>
                  </a:cubicBezTo>
                  <a:cubicBezTo>
                    <a:pt x="304" y="123"/>
                    <a:pt x="304" y="123"/>
                    <a:pt x="304" y="123"/>
                  </a:cubicBezTo>
                  <a:cubicBezTo>
                    <a:pt x="304" y="109"/>
                    <a:pt x="292" y="97"/>
                    <a:pt x="278" y="97"/>
                  </a:cubicBezTo>
                  <a:cubicBezTo>
                    <a:pt x="272" y="97"/>
                    <a:pt x="272" y="97"/>
                    <a:pt x="272" y="97"/>
                  </a:cubicBezTo>
                  <a:cubicBezTo>
                    <a:pt x="258" y="97"/>
                    <a:pt x="246" y="109"/>
                    <a:pt x="246" y="123"/>
                  </a:cubicBezTo>
                  <a:cubicBezTo>
                    <a:pt x="246" y="166"/>
                    <a:pt x="246" y="166"/>
                    <a:pt x="246" y="166"/>
                  </a:cubicBezTo>
                  <a:cubicBezTo>
                    <a:pt x="264" y="166"/>
                    <a:pt x="264" y="166"/>
                    <a:pt x="264" y="166"/>
                  </a:cubicBezTo>
                  <a:cubicBezTo>
                    <a:pt x="264" y="123"/>
                    <a:pt x="264" y="123"/>
                    <a:pt x="264" y="123"/>
                  </a:cubicBezTo>
                  <a:cubicBezTo>
                    <a:pt x="264" y="118"/>
                    <a:pt x="268" y="115"/>
                    <a:pt x="272" y="115"/>
                  </a:cubicBezTo>
                  <a:cubicBezTo>
                    <a:pt x="278" y="115"/>
                    <a:pt x="278" y="115"/>
                    <a:pt x="278" y="115"/>
                  </a:cubicBezTo>
                  <a:cubicBezTo>
                    <a:pt x="283" y="115"/>
                    <a:pt x="287" y="118"/>
                    <a:pt x="287" y="123"/>
                  </a:cubicBezTo>
                  <a:cubicBezTo>
                    <a:pt x="287" y="166"/>
                    <a:pt x="287" y="166"/>
                    <a:pt x="287" y="166"/>
                  </a:cubicBezTo>
                  <a:cubicBezTo>
                    <a:pt x="296" y="166"/>
                    <a:pt x="296" y="166"/>
                    <a:pt x="296" y="166"/>
                  </a:cubicBezTo>
                  <a:cubicBezTo>
                    <a:pt x="262" y="179"/>
                    <a:pt x="238" y="212"/>
                    <a:pt x="238" y="250"/>
                  </a:cubicBezTo>
                  <a:cubicBezTo>
                    <a:pt x="238" y="281"/>
                    <a:pt x="266" y="348"/>
                    <a:pt x="274" y="367"/>
                  </a:cubicBezTo>
                  <a:cubicBezTo>
                    <a:pt x="280" y="381"/>
                    <a:pt x="285" y="392"/>
                    <a:pt x="289" y="401"/>
                  </a:cubicBezTo>
                  <a:cubicBezTo>
                    <a:pt x="235" y="401"/>
                    <a:pt x="235" y="401"/>
                    <a:pt x="235" y="401"/>
                  </a:cubicBezTo>
                  <a:close/>
                  <a:moveTo>
                    <a:pt x="327" y="433"/>
                  </a:moveTo>
                  <a:cubicBezTo>
                    <a:pt x="309" y="411"/>
                    <a:pt x="255" y="288"/>
                    <a:pt x="255" y="250"/>
                  </a:cubicBezTo>
                  <a:cubicBezTo>
                    <a:pt x="255" y="210"/>
                    <a:pt x="287" y="178"/>
                    <a:pt x="327" y="178"/>
                  </a:cubicBezTo>
                  <a:cubicBezTo>
                    <a:pt x="367" y="178"/>
                    <a:pt x="399" y="210"/>
                    <a:pt x="399" y="250"/>
                  </a:cubicBezTo>
                  <a:cubicBezTo>
                    <a:pt x="399" y="288"/>
                    <a:pt x="345" y="411"/>
                    <a:pt x="327" y="433"/>
                  </a:cubicBezTo>
                  <a:close/>
                </a:path>
              </a:pathLst>
            </a:custGeom>
            <a:grpFill/>
            <a:ln>
              <a:noFill/>
            </a:ln>
          </p:spPr>
          <p:txBody>
            <a:bodyPr vert="horz" wrap="square" lIns="91440" tIns="45720" rIns="91440" bIns="45720" numCol="1" rtlCol="0" anchor="t"/>
            <a:lstStyle/>
            <a:p>
              <a:endParaRPr lang="en-US" dirty="0"/>
            </a:p>
          </p:txBody>
        </p:sp>
        <p:sp>
          <p:nvSpPr>
            <p:cNvPr id="26" name="Freeform 60">
              <a:extLst>
                <a:ext uri="{0113D193-4EB8-4841-81DF-24F0E36F1D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0BB0029-6D37-4111-A8A9-8141B347845A}"/>
                </a:ext>
              </a:extLst>
            </p:cNvPr>
            <p:cNvSpPr/>
            <p:nvPr/>
          </p:nvSpPr>
          <p:spPr>
            <a:xfrm>
              <a:off x="3608" y="3836"/>
              <a:ext cx="84" cy="84"/>
            </a:xfrm>
            <a:custGeom>
              <a:avLst/>
              <a:gdLst/>
              <a:ahLst/>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42" y="67"/>
                  </a:moveTo>
                  <a:cubicBezTo>
                    <a:pt x="28" y="67"/>
                    <a:pt x="17" y="56"/>
                    <a:pt x="17" y="42"/>
                  </a:cubicBezTo>
                  <a:cubicBezTo>
                    <a:pt x="17" y="28"/>
                    <a:pt x="28" y="17"/>
                    <a:pt x="42" y="17"/>
                  </a:cubicBezTo>
                  <a:cubicBezTo>
                    <a:pt x="56" y="17"/>
                    <a:pt x="67" y="28"/>
                    <a:pt x="67" y="42"/>
                  </a:cubicBezTo>
                  <a:cubicBezTo>
                    <a:pt x="67" y="56"/>
                    <a:pt x="56" y="67"/>
                    <a:pt x="42" y="67"/>
                  </a:cubicBezTo>
                  <a:close/>
                </a:path>
              </a:pathLst>
            </a:custGeom>
            <a:grpFill/>
            <a:ln>
              <a:noFill/>
            </a:ln>
          </p:spPr>
          <p:txBody>
            <a:bodyPr vert="horz" wrap="square" lIns="91440" tIns="45720" rIns="91440" bIns="45720" numCol="1" rtlCol="0" anchor="t"/>
            <a:lstStyle/>
            <a:p>
              <a:endParaRPr lang="en-US" dirty="0"/>
            </a:p>
          </p:txBody>
        </p:sp>
      </p:grpSp>
      <p:sp>
        <p:nvSpPr>
          <p:cNvPr id="27" name="Freeform 5">
            <a:extLst>
              <a:ext uri="{7B2E2FDE-D189-4370-A739-7DC69998C3D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60B2ACC-205E-4F46-98B0-059DB703B438}"/>
              </a:ext>
            </a:extLst>
          </p:cNvPr>
          <p:cNvSpPr/>
          <p:nvPr userDrawn="1"/>
        </p:nvSpPr>
        <p:spPr>
          <a:xfrm>
            <a:off x="6349146" y="2931457"/>
            <a:ext cx="2206609" cy="1697692"/>
          </a:xfrm>
          <a:custGeom>
            <a:avLst/>
            <a:gdLst/>
            <a:ahLst/>
            <a:cxnLst/>
            <a:rect l="0" t="0" r="r" b="b"/>
            <a:pathLst>
              <a:path w="2942146" h="2263590">
                <a:moveTo>
                  <a:pt x="2125693" y="0"/>
                </a:moveTo>
                <a:cubicBezTo>
                  <a:pt x="815644" y="0"/>
                  <a:pt x="815644" y="0"/>
                  <a:pt x="815644" y="0"/>
                </a:cubicBezTo>
                <a:cubicBezTo>
                  <a:pt x="756575" y="0"/>
                  <a:pt x="700742" y="30475"/>
                  <a:pt x="666757" y="81266"/>
                </a:cubicBezTo>
                <a:cubicBezTo>
                  <a:pt x="42886" y="1023441"/>
                  <a:pt x="42886" y="1023441"/>
                  <a:pt x="42886" y="1023441"/>
                </a:cubicBezTo>
                <a:cubicBezTo>
                  <a:pt x="0" y="1088623"/>
                  <a:pt x="0" y="1174967"/>
                  <a:pt x="42886" y="1240149"/>
                </a:cubicBezTo>
                <a:cubicBezTo>
                  <a:pt x="666757" y="2182324"/>
                  <a:pt x="666757" y="2182324"/>
                  <a:pt x="666757" y="2182324"/>
                </a:cubicBezTo>
                <a:cubicBezTo>
                  <a:pt x="700742" y="2233116"/>
                  <a:pt x="756575" y="2263590"/>
                  <a:pt x="815644" y="2263590"/>
                </a:cubicBezTo>
                <a:cubicBezTo>
                  <a:pt x="2125693" y="2263590"/>
                  <a:pt x="2125693" y="2263590"/>
                  <a:pt x="2125693" y="2263590"/>
                </a:cubicBezTo>
                <a:cubicBezTo>
                  <a:pt x="2184762" y="2263590"/>
                  <a:pt x="2240595" y="2233116"/>
                  <a:pt x="2274580" y="2182324"/>
                </a:cubicBezTo>
                <a:cubicBezTo>
                  <a:pt x="2898451" y="1240149"/>
                  <a:pt x="2898451" y="1240149"/>
                  <a:pt x="2898451" y="1240149"/>
                </a:cubicBezTo>
                <a:cubicBezTo>
                  <a:pt x="2942146" y="1174967"/>
                  <a:pt x="2942146" y="1088623"/>
                  <a:pt x="2898451" y="1023441"/>
                </a:cubicBezTo>
                <a:cubicBezTo>
                  <a:pt x="2274580" y="81266"/>
                  <a:pt x="2274580" y="81266"/>
                  <a:pt x="2274580" y="81266"/>
                </a:cubicBezTo>
                <a:cubicBezTo>
                  <a:pt x="2240595" y="30475"/>
                  <a:pt x="2184762" y="0"/>
                  <a:pt x="2125693"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28" name="Picture Placeholder 11">
            <a:extLst>
              <a:ext uri="{2969FE5B-F955-4AC7-8B28-DCECFB62D8B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34C8F2-6FB1-4689-9B0E-65472A0DCC49}"/>
              </a:ext>
            </a:extLst>
          </p:cNvPr>
          <p:cNvSpPr>
            <a:spLocks noGrp="1"/>
          </p:cNvSpPr>
          <p:nvPr>
            <p:ph type="pic" idx="13"/>
          </p:nvPr>
        </p:nvSpPr>
        <p:spPr>
          <a:xfrm>
            <a:off x="6451746" y="3020227"/>
            <a:ext cx="2001409" cy="1530478"/>
          </a:xfrm>
          <a:custGeom>
            <a:avLst/>
            <a:gdLst/>
            <a:ahLst/>
            <a:cxnLst/>
            <a:rect l="0" t="0" r="r" b="b"/>
            <a:pathLst>
              <a:path w="2668546" h="2040638">
                <a:moveTo>
                  <a:pt x="735483" y="0"/>
                </a:moveTo>
                <a:cubicBezTo>
                  <a:pt x="735483" y="0"/>
                  <a:pt x="735483" y="0"/>
                  <a:pt x="1932510" y="0"/>
                </a:cubicBezTo>
                <a:cubicBezTo>
                  <a:pt x="1986484" y="0"/>
                  <a:pt x="2037500" y="27472"/>
                  <a:pt x="2068554" y="73261"/>
                </a:cubicBezTo>
                <a:cubicBezTo>
                  <a:pt x="2068554" y="73261"/>
                  <a:pt x="2068554" y="73261"/>
                  <a:pt x="2638603" y="922636"/>
                </a:cubicBezTo>
                <a:cubicBezTo>
                  <a:pt x="2678528" y="981400"/>
                  <a:pt x="2678528" y="1059239"/>
                  <a:pt x="2638603" y="1118002"/>
                </a:cubicBezTo>
                <a:cubicBezTo>
                  <a:pt x="2638603" y="1118002"/>
                  <a:pt x="2638603" y="1118002"/>
                  <a:pt x="2068554" y="1967377"/>
                </a:cubicBezTo>
                <a:cubicBezTo>
                  <a:pt x="2037500" y="2013166"/>
                  <a:pt x="1986484" y="2040638"/>
                  <a:pt x="1932510" y="2040638"/>
                </a:cubicBezTo>
                <a:cubicBezTo>
                  <a:pt x="1932510" y="2040638"/>
                  <a:pt x="1932510" y="2040638"/>
                  <a:pt x="735483" y="2040638"/>
                </a:cubicBezTo>
                <a:cubicBezTo>
                  <a:pt x="681508" y="2040638"/>
                  <a:pt x="630493" y="2013166"/>
                  <a:pt x="599439" y="1967377"/>
                </a:cubicBezTo>
                <a:cubicBezTo>
                  <a:pt x="599439" y="1967377"/>
                  <a:pt x="599439" y="1967377"/>
                  <a:pt x="29389" y="1118002"/>
                </a:cubicBezTo>
                <a:cubicBezTo>
                  <a:pt x="-9796" y="1059239"/>
                  <a:pt x="-9796" y="981400"/>
                  <a:pt x="29389" y="922636"/>
                </a:cubicBezTo>
                <a:cubicBezTo>
                  <a:pt x="29389" y="922636"/>
                  <a:pt x="29389" y="922636"/>
                  <a:pt x="599439" y="73261"/>
                </a:cubicBezTo>
                <a:cubicBezTo>
                  <a:pt x="630493" y="27472"/>
                  <a:pt x="681508" y="0"/>
                  <a:pt x="735483"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29" name="Freeform 5">
            <a:extLst>
              <a:ext uri="{398E8B23-565F-4057-A01D-BE499C93895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FDE027-2B1F-4F5B-8212-D075EDCCD7FC}"/>
              </a:ext>
            </a:extLst>
          </p:cNvPr>
          <p:cNvSpPr/>
          <p:nvPr userDrawn="1"/>
        </p:nvSpPr>
        <p:spPr>
          <a:xfrm>
            <a:off x="4512472" y="1750357"/>
            <a:ext cx="2206609" cy="1697692"/>
          </a:xfrm>
          <a:custGeom>
            <a:avLst/>
            <a:gdLst/>
            <a:ahLst/>
            <a:cxnLst/>
            <a:rect l="0" t="0" r="r" b="b"/>
            <a:pathLst>
              <a:path w="2942146" h="2263590">
                <a:moveTo>
                  <a:pt x="2125693" y="0"/>
                </a:moveTo>
                <a:cubicBezTo>
                  <a:pt x="815644" y="0"/>
                  <a:pt x="815644" y="0"/>
                  <a:pt x="815644" y="0"/>
                </a:cubicBezTo>
                <a:cubicBezTo>
                  <a:pt x="756575" y="0"/>
                  <a:pt x="700742" y="30475"/>
                  <a:pt x="666757" y="81266"/>
                </a:cubicBezTo>
                <a:cubicBezTo>
                  <a:pt x="42886" y="1023441"/>
                  <a:pt x="42886" y="1023441"/>
                  <a:pt x="42886" y="1023441"/>
                </a:cubicBezTo>
                <a:cubicBezTo>
                  <a:pt x="0" y="1088623"/>
                  <a:pt x="0" y="1174967"/>
                  <a:pt x="42886" y="1240149"/>
                </a:cubicBezTo>
                <a:cubicBezTo>
                  <a:pt x="666757" y="2182324"/>
                  <a:pt x="666757" y="2182324"/>
                  <a:pt x="666757" y="2182324"/>
                </a:cubicBezTo>
                <a:cubicBezTo>
                  <a:pt x="700742" y="2233116"/>
                  <a:pt x="756575" y="2263590"/>
                  <a:pt x="815644" y="2263590"/>
                </a:cubicBezTo>
                <a:cubicBezTo>
                  <a:pt x="2125693" y="2263590"/>
                  <a:pt x="2125693" y="2263590"/>
                  <a:pt x="2125693" y="2263590"/>
                </a:cubicBezTo>
                <a:cubicBezTo>
                  <a:pt x="2184762" y="2263590"/>
                  <a:pt x="2240595" y="2233116"/>
                  <a:pt x="2274580" y="2182324"/>
                </a:cubicBezTo>
                <a:cubicBezTo>
                  <a:pt x="2898451" y="1240149"/>
                  <a:pt x="2898451" y="1240149"/>
                  <a:pt x="2898451" y="1240149"/>
                </a:cubicBezTo>
                <a:cubicBezTo>
                  <a:pt x="2942146" y="1174967"/>
                  <a:pt x="2942146" y="1088623"/>
                  <a:pt x="2898451" y="1023441"/>
                </a:cubicBezTo>
                <a:cubicBezTo>
                  <a:pt x="2274580" y="81266"/>
                  <a:pt x="2274580" y="81266"/>
                  <a:pt x="2274580" y="81266"/>
                </a:cubicBezTo>
                <a:cubicBezTo>
                  <a:pt x="2240595" y="30475"/>
                  <a:pt x="2184762" y="0"/>
                  <a:pt x="2125693"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30" name="Picture Placeholder 11">
            <a:extLst>
              <a:ext uri="{19D7A6F2-1070-438A-A4BF-78BDACD617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10F1357-0C99-4F74-8C26-3EFACCA34C93}"/>
              </a:ext>
            </a:extLst>
          </p:cNvPr>
          <p:cNvSpPr>
            <a:spLocks noGrp="1"/>
          </p:cNvSpPr>
          <p:nvPr>
            <p:ph type="pic" idx="14"/>
          </p:nvPr>
        </p:nvSpPr>
        <p:spPr>
          <a:xfrm>
            <a:off x="4615071" y="1839127"/>
            <a:ext cx="2001409" cy="1530478"/>
          </a:xfrm>
          <a:custGeom>
            <a:avLst/>
            <a:gdLst/>
            <a:ahLst/>
            <a:cxnLst/>
            <a:rect l="0" t="0" r="r" b="b"/>
            <a:pathLst>
              <a:path w="2668546" h="2040638">
                <a:moveTo>
                  <a:pt x="735483" y="0"/>
                </a:moveTo>
                <a:cubicBezTo>
                  <a:pt x="735483" y="0"/>
                  <a:pt x="735483" y="0"/>
                  <a:pt x="1932510" y="0"/>
                </a:cubicBezTo>
                <a:cubicBezTo>
                  <a:pt x="1986484" y="0"/>
                  <a:pt x="2037500" y="27472"/>
                  <a:pt x="2068554" y="73261"/>
                </a:cubicBezTo>
                <a:cubicBezTo>
                  <a:pt x="2068554" y="73261"/>
                  <a:pt x="2068554" y="73261"/>
                  <a:pt x="2638603" y="922636"/>
                </a:cubicBezTo>
                <a:cubicBezTo>
                  <a:pt x="2678528" y="981400"/>
                  <a:pt x="2678528" y="1059239"/>
                  <a:pt x="2638603" y="1118002"/>
                </a:cubicBezTo>
                <a:cubicBezTo>
                  <a:pt x="2638603" y="1118002"/>
                  <a:pt x="2638603" y="1118002"/>
                  <a:pt x="2068554" y="1967377"/>
                </a:cubicBezTo>
                <a:cubicBezTo>
                  <a:pt x="2037500" y="2013166"/>
                  <a:pt x="1986484" y="2040638"/>
                  <a:pt x="1932510" y="2040638"/>
                </a:cubicBezTo>
                <a:cubicBezTo>
                  <a:pt x="1932510" y="2040638"/>
                  <a:pt x="1932510" y="2040638"/>
                  <a:pt x="735483" y="2040638"/>
                </a:cubicBezTo>
                <a:cubicBezTo>
                  <a:pt x="681508" y="2040638"/>
                  <a:pt x="630493" y="2013166"/>
                  <a:pt x="599439" y="1967377"/>
                </a:cubicBezTo>
                <a:cubicBezTo>
                  <a:pt x="599439" y="1967377"/>
                  <a:pt x="599439" y="1967377"/>
                  <a:pt x="29389" y="1118002"/>
                </a:cubicBezTo>
                <a:cubicBezTo>
                  <a:pt x="-9796" y="1059239"/>
                  <a:pt x="-9796" y="981400"/>
                  <a:pt x="29389" y="922636"/>
                </a:cubicBezTo>
                <a:cubicBezTo>
                  <a:pt x="29389" y="922636"/>
                  <a:pt x="29389" y="922636"/>
                  <a:pt x="599439" y="73261"/>
                </a:cubicBezTo>
                <a:cubicBezTo>
                  <a:pt x="630493" y="27472"/>
                  <a:pt x="681508" y="0"/>
                  <a:pt x="735483"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31" name="Freeform: Shape 2">
            <a:extLst>
              <a:ext uri="{0E4051A4-5968-42CF-9E4A-1C55B46D51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3CE799E-3BFA-43FF-A6D6-E7CE0AA193FC}"/>
              </a:ext>
            </a:extLst>
          </p:cNvPr>
          <p:cNvSpPr/>
          <p:nvPr userDrawn="1"/>
        </p:nvSpPr>
        <p:spPr>
          <a:xfrm>
            <a:off x="19050" y="3781425"/>
            <a:ext cx="5076824" cy="1157349"/>
          </a:xfrm>
          <a:custGeom>
            <a:avLst/>
            <a:gdLst/>
            <a:ahLst/>
            <a:cxnLst/>
            <a:rect l="0" t="0" r="r" b="b"/>
            <a:pathLst>
              <a:path w="6769100" h="1543132">
                <a:moveTo>
                  <a:pt x="0" y="0"/>
                </a:moveTo>
                <a:cubicBezTo>
                  <a:pt x="637646" y="1180041"/>
                  <a:pt x="1891242" y="1534583"/>
                  <a:pt x="2514600" y="1543050"/>
                </a:cubicBezTo>
                <a:cubicBezTo>
                  <a:pt x="3137958" y="1551517"/>
                  <a:pt x="3877733" y="902758"/>
                  <a:pt x="4464051" y="812800"/>
                </a:cubicBezTo>
                <a:cubicBezTo>
                  <a:pt x="5050368" y="722842"/>
                  <a:pt x="5648326" y="1013883"/>
                  <a:pt x="6032501" y="1003300"/>
                </a:cubicBezTo>
                <a:cubicBezTo>
                  <a:pt x="6416676" y="992717"/>
                  <a:pt x="6579658" y="715433"/>
                  <a:pt x="6769100" y="749300"/>
                </a:cubicBezTo>
              </a:path>
            </a:pathLst>
          </a:custGeom>
          <a:noFill/>
          <a:ln w="50800" cap="rnd">
            <a:solidFill>
              <a:schemeClr val="accent2"/>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32" name="Date Placeholder 1">
            <a:extLst>
              <a:ext uri="{B48E2865-1809-4881-B8C6-96C24AB27D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8314FA-B46D-4C44-B43B-6B7B1556A5A2}"/>
              </a:ext>
            </a:extLst>
          </p:cNvPr>
          <p:cNvSpPr>
            <a:spLocks noGrp="1"/>
          </p:cNvSpPr>
          <p:nvPr>
            <p:ph type="dt" sz="half" idx="15"/>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33" name="Slide Number Placeholder 1">
            <a:extLst>
              <a:ext uri="{DB3AA2DB-3052-4F83-B8E3-EDC662605F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F76CA6-3C31-42D5-ACC5-84040BFBA84B}"/>
              </a:ext>
            </a:extLst>
          </p:cNvPr>
          <p:cNvSpPr>
            <a:spLocks noGrp="1"/>
          </p:cNvSpPr>
          <p:nvPr>
            <p:ph type="sldNum" sz="quarter" idx="16"/>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68033D48-B084-4628-A813-4DE7618D03C0}" type="slidenum">
              <a:t>‹#›</a:t>
            </a:fld>
            <a:endParaRPr lang="en-US" dirty="0"/>
          </a:p>
        </p:txBody>
      </p:sp>
      <p:sp>
        <p:nvSpPr>
          <p:cNvPr id="34" name="Footer Placeholder 1">
            <a:extLst>
              <a:ext uri="{E82B17A6-273F-4172-844A-578E315B136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9127BE-E1EB-4745-817E-6CFF723AB433}"/>
              </a:ext>
            </a:extLst>
          </p:cNvPr>
          <p:cNvSpPr>
            <a:spLocks noGrp="1"/>
          </p:cNvSpPr>
          <p:nvPr>
            <p:ph type="ftr" sz="quarter" idx="17"/>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1C35D895-D50A-41BE-AE8B-DE9771B7AE4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e had the best time doing">
    <p:spTree>
      <p:nvGrpSpPr>
        <p:cNvPr id="1" name=""/>
        <p:cNvGrpSpPr/>
        <p:nvPr/>
      </p:nvGrpSpPr>
      <p:grpSpPr>
        <a:xfrm>
          <a:off x="0" y="0"/>
          <a:ext cx="0" cy="0"/>
          <a:chOff x="0" y="0"/>
          <a:chExt cx="0" cy="0"/>
        </a:xfrm>
      </p:grpSpPr>
      <p:sp>
        <p:nvSpPr>
          <p:cNvPr id="2" name="Rectangle 6">
            <a:extLst>
              <a:ext uri="{E5B85B68-7910-47FB-BBB0-628121E8ED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23B908F-7C88-4702-A3F8-DC411B3931AE}"/>
              </a:ext>
            </a:extLst>
          </p:cNvPr>
          <p:cNvSpPr/>
          <p:nvPr userDrawn="1"/>
        </p:nvSpPr>
        <p:spPr>
          <a:xfrm>
            <a:off x="0" y="0"/>
            <a:ext cx="3886201" cy="51435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5">
            <a:extLst>
              <a:ext uri="{FD3728BC-7017-4248-A3E1-C1F8476D31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C0FF5BF-6E9E-4ABD-BF28-91679F672360}"/>
              </a:ext>
            </a:extLst>
          </p:cNvPr>
          <p:cNvSpPr/>
          <p:nvPr userDrawn="1"/>
        </p:nvSpPr>
        <p:spPr>
          <a:xfrm>
            <a:off x="4173630" y="1869597"/>
            <a:ext cx="1831030" cy="1448878"/>
          </a:xfrm>
          <a:custGeom>
            <a:avLst/>
            <a:gdLst/>
            <a:ahLst/>
            <a:cxnLst/>
            <a:rect l="0" t="0" r="r" b="b"/>
            <a:pathLst>
              <a:path w="2441374" h="1931838">
                <a:moveTo>
                  <a:pt x="1763886" y="0"/>
                </a:moveTo>
                <a:cubicBezTo>
                  <a:pt x="676817" y="0"/>
                  <a:pt x="676817" y="0"/>
                  <a:pt x="676817" y="0"/>
                </a:cubicBezTo>
                <a:cubicBezTo>
                  <a:pt x="627801" y="0"/>
                  <a:pt x="581471" y="26008"/>
                  <a:pt x="553271" y="69355"/>
                </a:cubicBezTo>
                <a:cubicBezTo>
                  <a:pt x="35587" y="873445"/>
                  <a:pt x="35587" y="873445"/>
                  <a:pt x="35587" y="873445"/>
                </a:cubicBezTo>
                <a:cubicBezTo>
                  <a:pt x="0" y="929074"/>
                  <a:pt x="0" y="1002764"/>
                  <a:pt x="35587" y="1058393"/>
                </a:cubicBezTo>
                <a:cubicBezTo>
                  <a:pt x="553271" y="1862483"/>
                  <a:pt x="553271" y="1862483"/>
                  <a:pt x="553271" y="1862483"/>
                </a:cubicBezTo>
                <a:cubicBezTo>
                  <a:pt x="581471" y="1905830"/>
                  <a:pt x="627801" y="1931838"/>
                  <a:pt x="676817" y="1931838"/>
                </a:cubicBezTo>
                <a:cubicBezTo>
                  <a:pt x="1763886" y="1931838"/>
                  <a:pt x="1763886" y="1931838"/>
                  <a:pt x="1763886" y="1931838"/>
                </a:cubicBezTo>
                <a:cubicBezTo>
                  <a:pt x="1812902" y="1931838"/>
                  <a:pt x="1859231" y="1905830"/>
                  <a:pt x="1887432" y="1862483"/>
                </a:cubicBezTo>
                <a:cubicBezTo>
                  <a:pt x="2405116" y="1058393"/>
                  <a:pt x="2405116" y="1058393"/>
                  <a:pt x="2405116" y="1058393"/>
                </a:cubicBezTo>
                <a:cubicBezTo>
                  <a:pt x="2441374" y="1002764"/>
                  <a:pt x="2441374" y="929074"/>
                  <a:pt x="2405116" y="873445"/>
                </a:cubicBezTo>
                <a:cubicBezTo>
                  <a:pt x="1887432" y="69355"/>
                  <a:pt x="1887432" y="69355"/>
                  <a:pt x="1887432" y="69355"/>
                </a:cubicBezTo>
                <a:cubicBezTo>
                  <a:pt x="1859231" y="26008"/>
                  <a:pt x="1812902" y="0"/>
                  <a:pt x="1763886"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4" name="Title 1">
            <a:extLst>
              <a:ext uri="{7FB7D2E4-A998-4D08-8964-AEE21CAF59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1F26F07-BFE3-413F-A132-AF5E1DB995FA}"/>
              </a:ext>
            </a:extLst>
          </p:cNvPr>
          <p:cNvSpPr>
            <a:spLocks noGrp="1"/>
          </p:cNvSpPr>
          <p:nvPr>
            <p:ph type="title" idx="10"/>
          </p:nvPr>
        </p:nvSpPr>
        <p:spPr>
          <a:xfrm>
            <a:off x="628650" y="549728"/>
            <a:ext cx="2607468" cy="2525129"/>
          </a:xfrm>
        </p:spPr>
        <p:txBody>
          <a:bodyPr rtlCol="0" anchor="t"/>
          <a:lstStyle>
            <a:lvl1pPr lvl="0">
              <a:defRPr lang="en-US" dirty="0">
                <a:solidFill>
                  <a:schemeClr val="accent5"/>
                </a:solidFill>
              </a:defRPr>
            </a:lvl1pPr>
          </a:lstStyle>
          <a:p>
            <a:r>
              <a:rPr lang="en-US" dirty="0"/>
              <a:t>We had the best time doing…</a:t>
            </a:r>
          </a:p>
        </p:txBody>
      </p:sp>
      <p:sp>
        <p:nvSpPr>
          <p:cNvPr id="5" name="Text Placeholder 32">
            <a:extLst>
              <a:ext uri="{1A828D70-88AC-477B-832F-3981C8A874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3F5C663-8407-4B7D-A490-18BD50DB677E}"/>
              </a:ext>
            </a:extLst>
          </p:cNvPr>
          <p:cNvSpPr>
            <a:spLocks noGrp="1"/>
          </p:cNvSpPr>
          <p:nvPr>
            <p:ph type="body" idx="11"/>
          </p:nvPr>
        </p:nvSpPr>
        <p:spPr>
          <a:xfrm>
            <a:off x="4264818" y="542925"/>
            <a:ext cx="4250532" cy="1300162"/>
          </a:xfrm>
        </p:spPr>
        <p:txBody>
          <a:bodyPr rtlCol="0" anchor="t"/>
          <a:lstStyle>
            <a:lvl1pPr marL="0" lvl="0" indent="0">
              <a:buNone/>
            </a:lvl1pPr>
          </a:lstStyle>
          <a:p>
            <a:r>
              <a:rPr lang="en-US" dirty="0"/>
              <a:t>Tell a story and post photos of what you had the most fun doing on your vacation.</a:t>
            </a:r>
          </a:p>
        </p:txBody>
      </p:sp>
      <p:sp>
        <p:nvSpPr>
          <p:cNvPr id="6" name="Picture Placeholder 26">
            <a:extLst>
              <a:ext uri="{57CDF418-5377-40D8-89CA-FD2DE39F22A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B647F9-76EA-4FB0-84C7-B3AE67B4E32A}"/>
              </a:ext>
            </a:extLst>
          </p:cNvPr>
          <p:cNvSpPr>
            <a:spLocks noGrp="1"/>
          </p:cNvSpPr>
          <p:nvPr>
            <p:ph type="pic" idx="12"/>
          </p:nvPr>
        </p:nvSpPr>
        <p:spPr>
          <a:xfrm>
            <a:off x="4301760" y="1997085"/>
            <a:ext cx="1574770" cy="1204228"/>
          </a:xfrm>
          <a:custGeom>
            <a:avLst/>
            <a:gdLst/>
            <a:ahLst/>
            <a:cxnLst/>
            <a:rect l="0" t="0" r="r" b="b"/>
            <a:pathLst>
              <a:path w="2099694" h="1605638">
                <a:moveTo>
                  <a:pt x="578701" y="0"/>
                </a:moveTo>
                <a:cubicBezTo>
                  <a:pt x="578701" y="0"/>
                  <a:pt x="578701" y="0"/>
                  <a:pt x="1520558" y="0"/>
                </a:cubicBezTo>
                <a:cubicBezTo>
                  <a:pt x="1563027" y="0"/>
                  <a:pt x="1603167" y="21616"/>
                  <a:pt x="1627602" y="57644"/>
                </a:cubicBezTo>
                <a:cubicBezTo>
                  <a:pt x="1627602" y="57644"/>
                  <a:pt x="1627602" y="57644"/>
                  <a:pt x="2076134" y="725959"/>
                </a:cubicBezTo>
                <a:cubicBezTo>
                  <a:pt x="2107548" y="772196"/>
                  <a:pt x="2107548" y="833442"/>
                  <a:pt x="2076134" y="879679"/>
                </a:cubicBezTo>
                <a:cubicBezTo>
                  <a:pt x="2076134" y="879679"/>
                  <a:pt x="2076134" y="879679"/>
                  <a:pt x="1627602" y="1547994"/>
                </a:cubicBezTo>
                <a:cubicBezTo>
                  <a:pt x="1603167" y="1584022"/>
                  <a:pt x="1563027" y="1605638"/>
                  <a:pt x="1520558" y="1605638"/>
                </a:cubicBezTo>
                <a:cubicBezTo>
                  <a:pt x="1520558" y="1605638"/>
                  <a:pt x="1520558" y="1605638"/>
                  <a:pt x="578701" y="1605638"/>
                </a:cubicBezTo>
                <a:cubicBezTo>
                  <a:pt x="536232" y="1605638"/>
                  <a:pt x="496091" y="1584022"/>
                  <a:pt x="471657" y="1547994"/>
                </a:cubicBezTo>
                <a:cubicBezTo>
                  <a:pt x="471657" y="1547994"/>
                  <a:pt x="471657" y="1547994"/>
                  <a:pt x="23125" y="879679"/>
                </a:cubicBezTo>
                <a:cubicBezTo>
                  <a:pt x="-7708" y="833442"/>
                  <a:pt x="-7708" y="772196"/>
                  <a:pt x="23125" y="725959"/>
                </a:cubicBezTo>
                <a:cubicBezTo>
                  <a:pt x="23125" y="725959"/>
                  <a:pt x="23125" y="725959"/>
                  <a:pt x="471657" y="57644"/>
                </a:cubicBezTo>
                <a:cubicBezTo>
                  <a:pt x="496091" y="21616"/>
                  <a:pt x="536232" y="0"/>
                  <a:pt x="578701"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7" name="Freeform 5">
            <a:extLst>
              <a:ext uri="{8E1C8715-DCE3-496F-B6BA-F968AEE441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D71B47C-5FA4-4282-9015-8579841CEF4B}"/>
              </a:ext>
            </a:extLst>
          </p:cNvPr>
          <p:cNvSpPr/>
          <p:nvPr userDrawn="1"/>
        </p:nvSpPr>
        <p:spPr>
          <a:xfrm>
            <a:off x="4575663" y="3508344"/>
            <a:ext cx="1389616" cy="1099591"/>
          </a:xfrm>
          <a:custGeom>
            <a:avLst/>
            <a:gdLst/>
            <a:ahLst/>
            <a:cxnLst/>
            <a:rect l="0" t="0" r="r" b="b"/>
            <a:pathLst>
              <a:path w="1852822" h="1466122">
                <a:moveTo>
                  <a:pt x="1338659" y="0"/>
                </a:moveTo>
                <a:cubicBezTo>
                  <a:pt x="513654" y="0"/>
                  <a:pt x="513654" y="0"/>
                  <a:pt x="513654" y="0"/>
                </a:cubicBezTo>
                <a:cubicBezTo>
                  <a:pt x="476455" y="0"/>
                  <a:pt x="441294" y="19738"/>
                  <a:pt x="419891" y="52636"/>
                </a:cubicBezTo>
                <a:cubicBezTo>
                  <a:pt x="27008" y="662880"/>
                  <a:pt x="27008" y="662880"/>
                  <a:pt x="27008" y="662880"/>
                </a:cubicBezTo>
                <a:cubicBezTo>
                  <a:pt x="0" y="705098"/>
                  <a:pt x="0" y="761024"/>
                  <a:pt x="27008" y="803242"/>
                </a:cubicBezTo>
                <a:cubicBezTo>
                  <a:pt x="419891" y="1413486"/>
                  <a:pt x="419891" y="1413486"/>
                  <a:pt x="419891" y="1413486"/>
                </a:cubicBezTo>
                <a:cubicBezTo>
                  <a:pt x="441294" y="1446384"/>
                  <a:pt x="476455" y="1466122"/>
                  <a:pt x="513654" y="1466122"/>
                </a:cubicBezTo>
                <a:cubicBezTo>
                  <a:pt x="1338659" y="1466122"/>
                  <a:pt x="1338659" y="1466122"/>
                  <a:pt x="1338659" y="1466122"/>
                </a:cubicBezTo>
                <a:cubicBezTo>
                  <a:pt x="1375858" y="1466122"/>
                  <a:pt x="1411019" y="1446384"/>
                  <a:pt x="1432421" y="1413486"/>
                </a:cubicBezTo>
                <a:cubicBezTo>
                  <a:pt x="1825305" y="803242"/>
                  <a:pt x="1825305" y="803242"/>
                  <a:pt x="1825305" y="803242"/>
                </a:cubicBezTo>
                <a:cubicBezTo>
                  <a:pt x="1852822" y="761024"/>
                  <a:pt x="1852822" y="705098"/>
                  <a:pt x="1825305" y="662880"/>
                </a:cubicBezTo>
                <a:cubicBezTo>
                  <a:pt x="1432421" y="52636"/>
                  <a:pt x="1432421" y="52636"/>
                  <a:pt x="1432421" y="52636"/>
                </a:cubicBezTo>
                <a:cubicBezTo>
                  <a:pt x="1411019" y="19738"/>
                  <a:pt x="1375858" y="0"/>
                  <a:pt x="1338659"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8" name="Picture Placeholder 29">
            <a:extLst>
              <a:ext uri="{8F079D76-CBC4-4967-B705-937BDE44A9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FD83DF-968B-42CA-897F-9A631E1A1FC5}"/>
              </a:ext>
            </a:extLst>
          </p:cNvPr>
          <p:cNvSpPr>
            <a:spLocks noGrp="1"/>
          </p:cNvSpPr>
          <p:nvPr>
            <p:ph type="pic" idx="13"/>
          </p:nvPr>
        </p:nvSpPr>
        <p:spPr>
          <a:xfrm>
            <a:off x="4672903" y="3606342"/>
            <a:ext cx="1195135" cy="913921"/>
          </a:xfrm>
          <a:custGeom>
            <a:avLst/>
            <a:gdLst/>
            <a:ahLst/>
            <a:cxnLst/>
            <a:rect l="0" t="0" r="r" b="b"/>
            <a:pathLst>
              <a:path w="1593514" h="1218562">
                <a:moveTo>
                  <a:pt x="439191" y="0"/>
                </a:moveTo>
                <a:cubicBezTo>
                  <a:pt x="439191" y="0"/>
                  <a:pt x="439191" y="0"/>
                  <a:pt x="1153992" y="0"/>
                </a:cubicBezTo>
                <a:cubicBezTo>
                  <a:pt x="1186223" y="0"/>
                  <a:pt x="1216687" y="16405"/>
                  <a:pt x="1235231" y="43748"/>
                </a:cubicBezTo>
                <a:cubicBezTo>
                  <a:pt x="1235231" y="43748"/>
                  <a:pt x="1235231" y="43748"/>
                  <a:pt x="1575634" y="550950"/>
                </a:cubicBezTo>
                <a:cubicBezTo>
                  <a:pt x="1599475" y="586040"/>
                  <a:pt x="1599475" y="632522"/>
                  <a:pt x="1575634" y="667612"/>
                </a:cubicBezTo>
                <a:cubicBezTo>
                  <a:pt x="1575634" y="667612"/>
                  <a:pt x="1575634" y="667612"/>
                  <a:pt x="1235231" y="1174814"/>
                </a:cubicBezTo>
                <a:cubicBezTo>
                  <a:pt x="1216687" y="1202157"/>
                  <a:pt x="1186223" y="1218562"/>
                  <a:pt x="1153992" y="1218562"/>
                </a:cubicBezTo>
                <a:cubicBezTo>
                  <a:pt x="1153992" y="1218562"/>
                  <a:pt x="1153992" y="1218562"/>
                  <a:pt x="439191" y="1218562"/>
                </a:cubicBezTo>
                <a:cubicBezTo>
                  <a:pt x="406961" y="1218562"/>
                  <a:pt x="376497" y="1202157"/>
                  <a:pt x="357953" y="1174814"/>
                </a:cubicBezTo>
                <a:cubicBezTo>
                  <a:pt x="357953" y="1174814"/>
                  <a:pt x="357953" y="1174814"/>
                  <a:pt x="17550" y="667612"/>
                </a:cubicBezTo>
                <a:cubicBezTo>
                  <a:pt x="-5850" y="632522"/>
                  <a:pt x="-5850" y="586040"/>
                  <a:pt x="17550" y="550950"/>
                </a:cubicBezTo>
                <a:cubicBezTo>
                  <a:pt x="17550" y="550950"/>
                  <a:pt x="17550" y="550950"/>
                  <a:pt x="357953" y="43748"/>
                </a:cubicBezTo>
                <a:cubicBezTo>
                  <a:pt x="376497" y="16405"/>
                  <a:pt x="406961" y="0"/>
                  <a:pt x="439191"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9" name="Freeform 5">
            <a:extLst>
              <a:ext uri="{31ED9303-C5B7-4F1E-8852-65916667D6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37E06AE-AD8A-4C90-8A68-6E47F706F781}"/>
              </a:ext>
            </a:extLst>
          </p:cNvPr>
          <p:cNvSpPr/>
          <p:nvPr userDrawn="1"/>
        </p:nvSpPr>
        <p:spPr>
          <a:xfrm>
            <a:off x="5776459" y="2314575"/>
            <a:ext cx="2698327" cy="2135164"/>
          </a:xfrm>
          <a:custGeom>
            <a:avLst/>
            <a:gdLst/>
            <a:ahLst/>
            <a:cxnLst/>
            <a:rect l="0" t="0" r="r" b="b"/>
            <a:pathLst>
              <a:path w="3597770" h="2846886">
                <a:moveTo>
                  <a:pt x="2599379" y="0"/>
                </a:moveTo>
                <a:cubicBezTo>
                  <a:pt x="997402" y="0"/>
                  <a:pt x="997402" y="0"/>
                  <a:pt x="997402" y="0"/>
                </a:cubicBezTo>
                <a:cubicBezTo>
                  <a:pt x="925169" y="0"/>
                  <a:pt x="856895" y="38328"/>
                  <a:pt x="815336" y="102207"/>
                </a:cubicBezTo>
                <a:cubicBezTo>
                  <a:pt x="52443" y="1287167"/>
                  <a:pt x="52443" y="1287167"/>
                  <a:pt x="52443" y="1287167"/>
                </a:cubicBezTo>
                <a:cubicBezTo>
                  <a:pt x="0" y="1369146"/>
                  <a:pt x="0" y="1477741"/>
                  <a:pt x="52443" y="1559719"/>
                </a:cubicBezTo>
                <a:cubicBezTo>
                  <a:pt x="815336" y="2744680"/>
                  <a:pt x="815336" y="2744680"/>
                  <a:pt x="815336" y="2744680"/>
                </a:cubicBezTo>
                <a:cubicBezTo>
                  <a:pt x="856895" y="2808559"/>
                  <a:pt x="925169" y="2846886"/>
                  <a:pt x="997402" y="2846886"/>
                </a:cubicBezTo>
                <a:cubicBezTo>
                  <a:pt x="2599379" y="2846886"/>
                  <a:pt x="2599379" y="2846886"/>
                  <a:pt x="2599379" y="2846886"/>
                </a:cubicBezTo>
                <a:cubicBezTo>
                  <a:pt x="2671611" y="2846886"/>
                  <a:pt x="2739886" y="2808559"/>
                  <a:pt x="2781444" y="2744680"/>
                </a:cubicBezTo>
                <a:cubicBezTo>
                  <a:pt x="3544337" y="1559719"/>
                  <a:pt x="3544337" y="1559719"/>
                  <a:pt x="3544337" y="1559719"/>
                </a:cubicBezTo>
                <a:cubicBezTo>
                  <a:pt x="3597770" y="1477741"/>
                  <a:pt x="3597770" y="1369146"/>
                  <a:pt x="3544337" y="1287167"/>
                </a:cubicBezTo>
                <a:cubicBezTo>
                  <a:pt x="2781444" y="102207"/>
                  <a:pt x="2781444" y="102207"/>
                  <a:pt x="2781444" y="102207"/>
                </a:cubicBezTo>
                <a:cubicBezTo>
                  <a:pt x="2739886" y="38328"/>
                  <a:pt x="2671611" y="0"/>
                  <a:pt x="2599379" y="0"/>
                </a:cubicBezTo>
                <a:close/>
              </a:path>
            </a:pathLst>
          </a:custGeom>
          <a:solidFill>
            <a:schemeClr val="bg1"/>
          </a:solidFill>
          <a:ln w="12700">
            <a:solidFill>
              <a:schemeClr val="accent2"/>
            </a:solidFill>
          </a:ln>
        </p:spPr>
        <p:txBody>
          <a:bodyPr vert="horz" wrap="square" lIns="91440" tIns="45720" rIns="91440" bIns="45720" numCol="1" rtlCol="0" anchor="t"/>
          <a:lstStyle/>
          <a:p>
            <a:endParaRPr lang="en-US" dirty="0"/>
          </a:p>
        </p:txBody>
      </p:sp>
      <p:sp>
        <p:nvSpPr>
          <p:cNvPr id="10" name="Picture Placeholder 31">
            <a:extLst>
              <a:ext uri="{29D7517F-C275-4D80-A44E-940674C0391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3BB5CF-D9AE-4479-BD57-92783C7E4595}"/>
              </a:ext>
            </a:extLst>
          </p:cNvPr>
          <p:cNvSpPr>
            <a:spLocks noGrp="1"/>
          </p:cNvSpPr>
          <p:nvPr>
            <p:ph type="pic" idx="14"/>
          </p:nvPr>
        </p:nvSpPr>
        <p:spPr>
          <a:xfrm>
            <a:off x="5965278" y="2500005"/>
            <a:ext cx="2320687" cy="1774630"/>
          </a:xfrm>
          <a:custGeom>
            <a:avLst/>
            <a:gdLst/>
            <a:ahLst/>
            <a:cxnLst/>
            <a:rect l="0" t="0" r="r" b="b"/>
            <a:pathLst>
              <a:path w="3094250" h="2366174">
                <a:moveTo>
                  <a:pt x="852812" y="0"/>
                </a:moveTo>
                <a:cubicBezTo>
                  <a:pt x="852812" y="0"/>
                  <a:pt x="852812" y="0"/>
                  <a:pt x="2240797" y="0"/>
                </a:cubicBezTo>
                <a:cubicBezTo>
                  <a:pt x="2303382" y="0"/>
                  <a:pt x="2362535" y="31855"/>
                  <a:pt x="2398544" y="84948"/>
                </a:cubicBezTo>
                <a:cubicBezTo>
                  <a:pt x="2398544" y="84948"/>
                  <a:pt x="2398544" y="84948"/>
                  <a:pt x="3059531" y="1069821"/>
                </a:cubicBezTo>
                <a:cubicBezTo>
                  <a:pt x="3105824" y="1137959"/>
                  <a:pt x="3105824" y="1228215"/>
                  <a:pt x="3059531" y="1296353"/>
                </a:cubicBezTo>
                <a:cubicBezTo>
                  <a:pt x="3059531" y="1296353"/>
                  <a:pt x="3059531" y="1296353"/>
                  <a:pt x="2398544" y="2281226"/>
                </a:cubicBezTo>
                <a:cubicBezTo>
                  <a:pt x="2362535" y="2334319"/>
                  <a:pt x="2303382" y="2366174"/>
                  <a:pt x="2240797" y="2366174"/>
                </a:cubicBezTo>
                <a:cubicBezTo>
                  <a:pt x="2240797" y="2366174"/>
                  <a:pt x="2240797" y="2366174"/>
                  <a:pt x="852812" y="2366174"/>
                </a:cubicBezTo>
                <a:cubicBezTo>
                  <a:pt x="790227" y="2366174"/>
                  <a:pt x="731073" y="2334319"/>
                  <a:pt x="695065" y="2281226"/>
                </a:cubicBezTo>
                <a:cubicBezTo>
                  <a:pt x="695065" y="2281226"/>
                  <a:pt x="695065" y="2281226"/>
                  <a:pt x="34078" y="1296353"/>
                </a:cubicBezTo>
                <a:cubicBezTo>
                  <a:pt x="-11359" y="1228215"/>
                  <a:pt x="-11359" y="1137959"/>
                  <a:pt x="34078" y="1069821"/>
                </a:cubicBezTo>
                <a:cubicBezTo>
                  <a:pt x="34078" y="1069821"/>
                  <a:pt x="34078" y="1069821"/>
                  <a:pt x="695065" y="84948"/>
                </a:cubicBezTo>
                <a:cubicBezTo>
                  <a:pt x="731073" y="31855"/>
                  <a:pt x="790227" y="0"/>
                  <a:pt x="852812" y="0"/>
                </a:cubicBezTo>
                <a:close/>
              </a:path>
            </a:pathLst>
          </a:custGeom>
          <a:noFill/>
        </p:spPr>
        <p:txBody>
          <a:bodyPr wrap="square" rtlCol="0" anchor="ctr">
            <a:noAutofit/>
          </a:bodyPr>
          <a:lstStyle>
            <a:lvl1pPr marL="0" lvl="0" indent="0" algn="ctr">
              <a:buNone/>
              <a:defRPr lang="en-US" sz="1600" dirty="0">
                <a:solidFill>
                  <a:schemeClr val="bg1"/>
                </a:solidFill>
              </a:defRPr>
            </a:lvl1pPr>
          </a:lstStyle>
          <a:p>
            <a:endParaRPr lang="en-US" dirty="0"/>
          </a:p>
        </p:txBody>
      </p:sp>
      <p:sp>
        <p:nvSpPr>
          <p:cNvPr id="11" name="Freeform: Shape 22">
            <a:extLst>
              <a:ext uri="{F2AFACC7-24D8-4E3D-926D-D3C6F4B5CA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42815D-3975-406E-9304-35A87A720698}"/>
              </a:ext>
            </a:extLst>
          </p:cNvPr>
          <p:cNvSpPr/>
          <p:nvPr userDrawn="1"/>
        </p:nvSpPr>
        <p:spPr>
          <a:xfrm>
            <a:off x="679055" y="3545724"/>
            <a:ext cx="1578369" cy="1597775"/>
          </a:xfrm>
          <a:custGeom>
            <a:avLst/>
            <a:gdLst/>
            <a:ahLst/>
            <a:cxnLst/>
            <a:rect l="0" t="0" r="r" b="b"/>
            <a:pathLst>
              <a:path w="2104493" h="2130367">
                <a:moveTo>
                  <a:pt x="2104493" y="0"/>
                </a:moveTo>
                <a:cubicBezTo>
                  <a:pt x="1418361" y="419907"/>
                  <a:pt x="732229" y="839815"/>
                  <a:pt x="381479" y="1194876"/>
                </a:cubicBezTo>
                <a:cubicBezTo>
                  <a:pt x="30730" y="1549937"/>
                  <a:pt x="15365" y="1840152"/>
                  <a:pt x="0" y="2130367"/>
                </a:cubicBezTo>
              </a:path>
            </a:pathLst>
          </a:custGeom>
          <a:noFill/>
          <a:ln w="50800">
            <a:solidFill>
              <a:schemeClr val="accent5"/>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20">
            <a:extLst>
              <a:ext uri="{078CCB80-E883-4F2F-874C-BDB372DBF57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B2A16C-71DA-4BF5-B37F-DF6E97AAA828}"/>
              </a:ext>
            </a:extLst>
          </p:cNvPr>
          <p:cNvGrpSpPr>
            <a:grpSpLocks noChangeAspect="1"/>
          </p:cNvGrpSpPr>
          <p:nvPr/>
        </p:nvGrpSpPr>
        <p:grpSpPr>
          <a:xfrm rot="19533868">
            <a:off x="2287836" y="3044853"/>
            <a:ext cx="658416" cy="558403"/>
            <a:chOff x="3758" y="1538"/>
            <a:chExt cx="553" cy="469"/>
          </a:xfrm>
          <a:solidFill>
            <a:schemeClr val="accent5"/>
          </a:solidFill>
        </p:grpSpPr>
        <p:sp>
          <p:nvSpPr>
            <p:cNvPr id="13" name="Freeform 21">
              <a:extLst>
                <a:ext uri="{2E98CEE0-134E-443C-A7A5-1C36A54E85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9E5A7F0-6D81-42FE-90A4-7E34224C0F52}"/>
                </a:ext>
              </a:extLst>
            </p:cNvPr>
            <p:cNvSpPr/>
            <p:nvPr/>
          </p:nvSpPr>
          <p:spPr>
            <a:xfrm>
              <a:off x="3821" y="1538"/>
              <a:ext cx="490" cy="469"/>
            </a:xfrm>
            <a:custGeom>
              <a:avLst/>
              <a:gdLst/>
              <a:ahLst/>
              <a:cxnLst/>
              <a:rect l="0" t="0" r="r" b="b"/>
              <a:pathLst>
                <a:path w="490" h="469">
                  <a:moveTo>
                    <a:pt x="446" y="191"/>
                  </a:moveTo>
                  <a:cubicBezTo>
                    <a:pt x="334" y="191"/>
                    <a:pt x="334" y="191"/>
                    <a:pt x="334" y="191"/>
                  </a:cubicBezTo>
                  <a:cubicBezTo>
                    <a:pt x="212" y="4"/>
                    <a:pt x="212" y="4"/>
                    <a:pt x="212" y="4"/>
                  </a:cubicBezTo>
                  <a:cubicBezTo>
                    <a:pt x="211" y="2"/>
                    <a:pt x="208" y="0"/>
                    <a:pt x="204" y="0"/>
                  </a:cubicBezTo>
                  <a:cubicBezTo>
                    <a:pt x="145" y="0"/>
                    <a:pt x="145" y="0"/>
                    <a:pt x="145" y="0"/>
                  </a:cubicBezTo>
                  <a:cubicBezTo>
                    <a:pt x="142" y="0"/>
                    <a:pt x="139" y="1"/>
                    <a:pt x="137" y="4"/>
                  </a:cubicBezTo>
                  <a:cubicBezTo>
                    <a:pt x="135" y="6"/>
                    <a:pt x="135" y="9"/>
                    <a:pt x="136" y="12"/>
                  </a:cubicBezTo>
                  <a:cubicBezTo>
                    <a:pt x="188" y="191"/>
                    <a:pt x="188" y="191"/>
                    <a:pt x="188" y="191"/>
                  </a:cubicBezTo>
                  <a:cubicBezTo>
                    <a:pt x="99" y="191"/>
                    <a:pt x="99" y="191"/>
                    <a:pt x="99" y="191"/>
                  </a:cubicBezTo>
                  <a:cubicBezTo>
                    <a:pt x="57" y="140"/>
                    <a:pt x="57" y="140"/>
                    <a:pt x="57" y="140"/>
                  </a:cubicBezTo>
                  <a:cubicBezTo>
                    <a:pt x="56" y="137"/>
                    <a:pt x="53" y="136"/>
                    <a:pt x="50" y="136"/>
                  </a:cubicBezTo>
                  <a:cubicBezTo>
                    <a:pt x="10" y="136"/>
                    <a:pt x="10" y="136"/>
                    <a:pt x="10" y="136"/>
                  </a:cubicBezTo>
                  <a:cubicBezTo>
                    <a:pt x="7" y="136"/>
                    <a:pt x="4" y="138"/>
                    <a:pt x="2" y="140"/>
                  </a:cubicBezTo>
                  <a:cubicBezTo>
                    <a:pt x="0" y="143"/>
                    <a:pt x="0" y="146"/>
                    <a:pt x="1" y="149"/>
                  </a:cubicBezTo>
                  <a:cubicBezTo>
                    <a:pt x="24" y="222"/>
                    <a:pt x="24" y="222"/>
                    <a:pt x="24" y="222"/>
                  </a:cubicBezTo>
                  <a:cubicBezTo>
                    <a:pt x="23" y="226"/>
                    <a:pt x="23" y="230"/>
                    <a:pt x="23" y="235"/>
                  </a:cubicBezTo>
                  <a:cubicBezTo>
                    <a:pt x="23" y="239"/>
                    <a:pt x="23" y="244"/>
                    <a:pt x="25" y="248"/>
                  </a:cubicBezTo>
                  <a:cubicBezTo>
                    <a:pt x="1" y="322"/>
                    <a:pt x="1" y="322"/>
                    <a:pt x="1" y="322"/>
                  </a:cubicBezTo>
                  <a:cubicBezTo>
                    <a:pt x="0" y="325"/>
                    <a:pt x="0" y="328"/>
                    <a:pt x="2" y="331"/>
                  </a:cubicBezTo>
                  <a:cubicBezTo>
                    <a:pt x="4" y="333"/>
                    <a:pt x="7" y="335"/>
                    <a:pt x="10" y="335"/>
                  </a:cubicBezTo>
                  <a:cubicBezTo>
                    <a:pt x="50" y="335"/>
                    <a:pt x="50" y="335"/>
                    <a:pt x="50" y="335"/>
                  </a:cubicBezTo>
                  <a:cubicBezTo>
                    <a:pt x="53" y="335"/>
                    <a:pt x="56" y="333"/>
                    <a:pt x="57" y="331"/>
                  </a:cubicBezTo>
                  <a:cubicBezTo>
                    <a:pt x="101" y="278"/>
                    <a:pt x="101" y="278"/>
                    <a:pt x="101" y="278"/>
                  </a:cubicBezTo>
                  <a:cubicBezTo>
                    <a:pt x="188" y="278"/>
                    <a:pt x="188" y="278"/>
                    <a:pt x="188" y="278"/>
                  </a:cubicBezTo>
                  <a:cubicBezTo>
                    <a:pt x="136" y="457"/>
                    <a:pt x="136" y="457"/>
                    <a:pt x="136" y="457"/>
                  </a:cubicBezTo>
                  <a:cubicBezTo>
                    <a:pt x="135" y="460"/>
                    <a:pt x="135" y="463"/>
                    <a:pt x="137" y="465"/>
                  </a:cubicBezTo>
                  <a:cubicBezTo>
                    <a:pt x="139" y="468"/>
                    <a:pt x="142" y="469"/>
                    <a:pt x="145" y="469"/>
                  </a:cubicBezTo>
                  <a:cubicBezTo>
                    <a:pt x="204" y="469"/>
                    <a:pt x="204" y="469"/>
                    <a:pt x="204" y="469"/>
                  </a:cubicBezTo>
                  <a:cubicBezTo>
                    <a:pt x="208" y="469"/>
                    <a:pt x="211" y="467"/>
                    <a:pt x="212" y="465"/>
                  </a:cubicBezTo>
                  <a:cubicBezTo>
                    <a:pt x="334" y="278"/>
                    <a:pt x="334" y="278"/>
                    <a:pt x="334" y="278"/>
                  </a:cubicBezTo>
                  <a:cubicBezTo>
                    <a:pt x="446" y="278"/>
                    <a:pt x="446" y="278"/>
                    <a:pt x="446" y="278"/>
                  </a:cubicBezTo>
                  <a:cubicBezTo>
                    <a:pt x="470" y="278"/>
                    <a:pt x="490" y="258"/>
                    <a:pt x="490" y="235"/>
                  </a:cubicBezTo>
                  <a:cubicBezTo>
                    <a:pt x="490" y="211"/>
                    <a:pt x="470" y="191"/>
                    <a:pt x="446" y="191"/>
                  </a:cubicBezTo>
                  <a:close/>
                  <a:moveTo>
                    <a:pt x="158" y="19"/>
                  </a:moveTo>
                  <a:cubicBezTo>
                    <a:pt x="199" y="19"/>
                    <a:pt x="199" y="19"/>
                    <a:pt x="199" y="19"/>
                  </a:cubicBezTo>
                  <a:cubicBezTo>
                    <a:pt x="311" y="191"/>
                    <a:pt x="311" y="191"/>
                    <a:pt x="311" y="191"/>
                  </a:cubicBezTo>
                  <a:cubicBezTo>
                    <a:pt x="208" y="191"/>
                    <a:pt x="208" y="191"/>
                    <a:pt x="208" y="191"/>
                  </a:cubicBezTo>
                  <a:lnTo>
                    <a:pt x="158" y="19"/>
                  </a:lnTo>
                  <a:close/>
                  <a:moveTo>
                    <a:pt x="45" y="155"/>
                  </a:moveTo>
                  <a:cubicBezTo>
                    <a:pt x="74" y="191"/>
                    <a:pt x="74" y="191"/>
                    <a:pt x="74" y="191"/>
                  </a:cubicBezTo>
                  <a:cubicBezTo>
                    <a:pt x="66" y="191"/>
                    <a:pt x="66" y="191"/>
                    <a:pt x="66" y="191"/>
                  </a:cubicBezTo>
                  <a:cubicBezTo>
                    <a:pt x="55" y="191"/>
                    <a:pt x="45" y="195"/>
                    <a:pt x="38" y="202"/>
                  </a:cubicBezTo>
                  <a:cubicBezTo>
                    <a:pt x="23" y="155"/>
                    <a:pt x="23" y="155"/>
                    <a:pt x="23" y="155"/>
                  </a:cubicBezTo>
                  <a:lnTo>
                    <a:pt x="45" y="155"/>
                  </a:lnTo>
                  <a:close/>
                  <a:moveTo>
                    <a:pt x="45" y="316"/>
                  </a:moveTo>
                  <a:cubicBezTo>
                    <a:pt x="23" y="316"/>
                    <a:pt x="23" y="316"/>
                    <a:pt x="23" y="316"/>
                  </a:cubicBezTo>
                  <a:cubicBezTo>
                    <a:pt x="38" y="268"/>
                    <a:pt x="38" y="268"/>
                    <a:pt x="38" y="268"/>
                  </a:cubicBezTo>
                  <a:cubicBezTo>
                    <a:pt x="46" y="274"/>
                    <a:pt x="56" y="278"/>
                    <a:pt x="66" y="278"/>
                  </a:cubicBezTo>
                  <a:cubicBezTo>
                    <a:pt x="76" y="278"/>
                    <a:pt x="76" y="278"/>
                    <a:pt x="76" y="278"/>
                  </a:cubicBezTo>
                  <a:lnTo>
                    <a:pt x="45" y="316"/>
                  </a:lnTo>
                  <a:close/>
                  <a:moveTo>
                    <a:pt x="199" y="450"/>
                  </a:moveTo>
                  <a:cubicBezTo>
                    <a:pt x="158" y="450"/>
                    <a:pt x="158" y="450"/>
                    <a:pt x="158" y="450"/>
                  </a:cubicBezTo>
                  <a:cubicBezTo>
                    <a:pt x="208" y="278"/>
                    <a:pt x="208" y="278"/>
                    <a:pt x="208" y="278"/>
                  </a:cubicBezTo>
                  <a:cubicBezTo>
                    <a:pt x="311" y="278"/>
                    <a:pt x="311" y="278"/>
                    <a:pt x="311" y="278"/>
                  </a:cubicBezTo>
                  <a:lnTo>
                    <a:pt x="199" y="450"/>
                  </a:lnTo>
                  <a:close/>
                  <a:moveTo>
                    <a:pt x="446" y="259"/>
                  </a:moveTo>
                  <a:cubicBezTo>
                    <a:pt x="202" y="259"/>
                    <a:pt x="202" y="259"/>
                    <a:pt x="202" y="259"/>
                  </a:cubicBezTo>
                  <a:cubicBezTo>
                    <a:pt x="201" y="259"/>
                    <a:pt x="201" y="259"/>
                    <a:pt x="201" y="259"/>
                  </a:cubicBezTo>
                  <a:cubicBezTo>
                    <a:pt x="66" y="259"/>
                    <a:pt x="66" y="259"/>
                    <a:pt x="66" y="259"/>
                  </a:cubicBezTo>
                  <a:cubicBezTo>
                    <a:pt x="53" y="259"/>
                    <a:pt x="42" y="248"/>
                    <a:pt x="42" y="235"/>
                  </a:cubicBezTo>
                  <a:cubicBezTo>
                    <a:pt x="42" y="232"/>
                    <a:pt x="42" y="229"/>
                    <a:pt x="43" y="227"/>
                  </a:cubicBezTo>
                  <a:cubicBezTo>
                    <a:pt x="43" y="226"/>
                    <a:pt x="44" y="225"/>
                    <a:pt x="44" y="225"/>
                  </a:cubicBezTo>
                  <a:cubicBezTo>
                    <a:pt x="48" y="216"/>
                    <a:pt x="56" y="210"/>
                    <a:pt x="66" y="210"/>
                  </a:cubicBezTo>
                  <a:cubicBezTo>
                    <a:pt x="446" y="210"/>
                    <a:pt x="446" y="210"/>
                    <a:pt x="446" y="210"/>
                  </a:cubicBezTo>
                  <a:cubicBezTo>
                    <a:pt x="460" y="210"/>
                    <a:pt x="471" y="221"/>
                    <a:pt x="471" y="235"/>
                  </a:cubicBezTo>
                  <a:cubicBezTo>
                    <a:pt x="471" y="248"/>
                    <a:pt x="460" y="259"/>
                    <a:pt x="446" y="259"/>
                  </a:cubicBezTo>
                  <a:close/>
                </a:path>
              </a:pathLst>
            </a:custGeom>
            <a:grpFill/>
            <a:ln>
              <a:noFill/>
            </a:ln>
          </p:spPr>
          <p:txBody>
            <a:bodyPr vert="horz" wrap="square" lIns="91440" tIns="45720" rIns="91440" bIns="45720" numCol="1" rtlCol="0" anchor="t"/>
            <a:lstStyle/>
            <a:p>
              <a:endParaRPr lang="en-US" dirty="0"/>
            </a:p>
          </p:txBody>
        </p:sp>
        <p:sp>
          <p:nvSpPr>
            <p:cNvPr id="14" name="Freeform 22">
              <a:extLst>
                <a:ext uri="{9E7C7B17-352E-4CD9-A2E8-EB425BE914B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66D482-BF0C-41D2-B931-1138C2D5C7EF}"/>
                </a:ext>
              </a:extLst>
            </p:cNvPr>
            <p:cNvSpPr/>
            <p:nvPr/>
          </p:nvSpPr>
          <p:spPr>
            <a:xfrm>
              <a:off x="4261" y="1756"/>
              <a:ext cx="14" cy="32"/>
            </a:xfrm>
            <a:custGeom>
              <a:avLst/>
              <a:gdLst/>
              <a:ahLst/>
              <a:cxnLst/>
              <a:rect l="0" t="0" r="r" b="b"/>
              <a:pathLst>
                <a:path w="14" h="33">
                  <a:moveTo>
                    <a:pt x="0" y="0"/>
                  </a:moveTo>
                  <a:cubicBezTo>
                    <a:pt x="0" y="33"/>
                    <a:pt x="0" y="33"/>
                    <a:pt x="0" y="33"/>
                  </a:cubicBezTo>
                  <a:cubicBezTo>
                    <a:pt x="8" y="31"/>
                    <a:pt x="14" y="25"/>
                    <a:pt x="14" y="16"/>
                  </a:cubicBezTo>
                  <a:cubicBezTo>
                    <a:pt x="14" y="8"/>
                    <a:pt x="8" y="2"/>
                    <a:pt x="0" y="0"/>
                  </a:cubicBezTo>
                  <a:close/>
                </a:path>
              </a:pathLst>
            </a:custGeom>
            <a:grpFill/>
            <a:ln>
              <a:noFill/>
            </a:ln>
          </p:spPr>
          <p:txBody>
            <a:bodyPr vert="horz" wrap="square" lIns="91440" tIns="45720" rIns="91440" bIns="45720" numCol="1" rtlCol="0" anchor="t"/>
            <a:lstStyle/>
            <a:p>
              <a:endParaRPr lang="en-US" dirty="0"/>
            </a:p>
          </p:txBody>
        </p:sp>
        <p:sp>
          <p:nvSpPr>
            <p:cNvPr id="15" name="Freeform 23">
              <a:extLst>
                <a:ext uri="{C740D9E6-57D8-461B-A758-346A9E512B6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B70A28C-581B-40A7-9511-47C107A3A30D}"/>
                </a:ext>
              </a:extLst>
            </p:cNvPr>
            <p:cNvSpPr/>
            <p:nvPr/>
          </p:nvSpPr>
          <p:spPr>
            <a:xfrm>
              <a:off x="3822" y="1538"/>
              <a:ext cx="118" cy="19"/>
            </a:xfrm>
            <a:custGeom>
              <a:avLst/>
              <a:gdLst/>
              <a:ahLst/>
              <a:cxnLst/>
              <a:rect l="0" t="0" r="r" b="b"/>
              <a:pathLst>
                <a:path w="118" h="19">
                  <a:moveTo>
                    <a:pt x="10" y="19"/>
                  </a:moveTo>
                  <a:cubicBezTo>
                    <a:pt x="109" y="19"/>
                    <a:pt x="109" y="19"/>
                    <a:pt x="109" y="19"/>
                  </a:cubicBezTo>
                  <a:cubicBezTo>
                    <a:pt x="114" y="19"/>
                    <a:pt x="118" y="15"/>
                    <a:pt x="118" y="9"/>
                  </a:cubicBezTo>
                  <a:cubicBezTo>
                    <a:pt x="118" y="4"/>
                    <a:pt x="114" y="0"/>
                    <a:pt x="109" y="0"/>
                  </a:cubicBezTo>
                  <a:cubicBezTo>
                    <a:pt x="10" y="0"/>
                    <a:pt x="10" y="0"/>
                    <a:pt x="10" y="0"/>
                  </a:cubicBezTo>
                  <a:cubicBezTo>
                    <a:pt x="5" y="0"/>
                    <a:pt x="0" y="4"/>
                    <a:pt x="0" y="9"/>
                  </a:cubicBezTo>
                  <a:cubicBezTo>
                    <a:pt x="0" y="15"/>
                    <a:pt x="5" y="19"/>
                    <a:pt x="10" y="19"/>
                  </a:cubicBezTo>
                  <a:close/>
                </a:path>
              </a:pathLst>
            </a:custGeom>
            <a:grpFill/>
            <a:ln>
              <a:noFill/>
            </a:ln>
          </p:spPr>
          <p:txBody>
            <a:bodyPr vert="horz" wrap="square" lIns="91440" tIns="45720" rIns="91440" bIns="45720" numCol="1" rtlCol="0" anchor="t"/>
            <a:lstStyle/>
            <a:p>
              <a:endParaRPr lang="en-US" dirty="0"/>
            </a:p>
          </p:txBody>
        </p:sp>
        <p:sp>
          <p:nvSpPr>
            <p:cNvPr id="16" name="Freeform 24">
              <a:extLst>
                <a:ext uri="{981AA0E0-4FA6-4A3E-96EF-949D182BA9C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19F4B54-54CF-46E9-9168-8632192E7CB4}"/>
                </a:ext>
              </a:extLst>
            </p:cNvPr>
            <p:cNvSpPr/>
            <p:nvPr/>
          </p:nvSpPr>
          <p:spPr>
            <a:xfrm>
              <a:off x="3889" y="1593"/>
              <a:ext cx="65" cy="20"/>
            </a:xfrm>
            <a:custGeom>
              <a:avLst/>
              <a:gdLst/>
              <a:ahLst/>
              <a:cxnLst/>
              <a:rect l="0" t="0" r="r" b="b"/>
              <a:pathLst>
                <a:path w="66" h="20">
                  <a:moveTo>
                    <a:pt x="0" y="10"/>
                  </a:moveTo>
                  <a:cubicBezTo>
                    <a:pt x="0" y="16"/>
                    <a:pt x="4" y="20"/>
                    <a:pt x="10" y="20"/>
                  </a:cubicBezTo>
                  <a:cubicBezTo>
                    <a:pt x="56" y="20"/>
                    <a:pt x="56" y="20"/>
                    <a:pt x="56" y="20"/>
                  </a:cubicBezTo>
                  <a:cubicBezTo>
                    <a:pt x="62" y="20"/>
                    <a:pt x="66" y="16"/>
                    <a:pt x="66" y="10"/>
                  </a:cubicBezTo>
                  <a:cubicBezTo>
                    <a:pt x="66" y="4"/>
                    <a:pt x="62" y="0"/>
                    <a:pt x="56" y="0"/>
                  </a:cubicBezTo>
                  <a:cubicBezTo>
                    <a:pt x="10" y="0"/>
                    <a:pt x="10" y="0"/>
                    <a:pt x="10" y="0"/>
                  </a:cubicBezTo>
                  <a:cubicBezTo>
                    <a:pt x="4" y="0"/>
                    <a:pt x="0" y="4"/>
                    <a:pt x="0" y="10"/>
                  </a:cubicBezTo>
                  <a:close/>
                </a:path>
              </a:pathLst>
            </a:custGeom>
            <a:grpFill/>
            <a:ln>
              <a:noFill/>
            </a:ln>
          </p:spPr>
          <p:txBody>
            <a:bodyPr vert="horz" wrap="square" lIns="91440" tIns="45720" rIns="91440" bIns="45720" numCol="1" rtlCol="0" anchor="t"/>
            <a:lstStyle/>
            <a:p>
              <a:endParaRPr lang="en-US" dirty="0"/>
            </a:p>
          </p:txBody>
        </p:sp>
        <p:sp>
          <p:nvSpPr>
            <p:cNvPr id="17" name="Freeform 25">
              <a:extLst>
                <a:ext uri="{F89F2A10-6472-4674-BC68-AD17491DA1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288F42-BC48-4013-917B-E80804D2D3A7}"/>
                </a:ext>
              </a:extLst>
            </p:cNvPr>
            <p:cNvSpPr/>
            <p:nvPr/>
          </p:nvSpPr>
          <p:spPr>
            <a:xfrm>
              <a:off x="3758" y="1593"/>
              <a:ext cx="118" cy="20"/>
            </a:xfrm>
            <a:custGeom>
              <a:avLst/>
              <a:gdLst/>
              <a:ahLst/>
              <a:cxnLst/>
              <a:rect l="0" t="0" r="r" b="b"/>
              <a:pathLst>
                <a:path w="118" h="20">
                  <a:moveTo>
                    <a:pt x="10" y="20"/>
                  </a:moveTo>
                  <a:cubicBezTo>
                    <a:pt x="108" y="20"/>
                    <a:pt x="108" y="20"/>
                    <a:pt x="108" y="20"/>
                  </a:cubicBezTo>
                  <a:cubicBezTo>
                    <a:pt x="114" y="20"/>
                    <a:pt x="118" y="16"/>
                    <a:pt x="118" y="10"/>
                  </a:cubicBezTo>
                  <a:cubicBezTo>
                    <a:pt x="118" y="4"/>
                    <a:pt x="114" y="0"/>
                    <a:pt x="108" y="0"/>
                  </a:cubicBezTo>
                  <a:cubicBezTo>
                    <a:pt x="10" y="0"/>
                    <a:pt x="10" y="0"/>
                    <a:pt x="10" y="0"/>
                  </a:cubicBezTo>
                  <a:cubicBezTo>
                    <a:pt x="5" y="0"/>
                    <a:pt x="0" y="4"/>
                    <a:pt x="0" y="10"/>
                  </a:cubicBezTo>
                  <a:cubicBezTo>
                    <a:pt x="0" y="16"/>
                    <a:pt x="5" y="20"/>
                    <a:pt x="10" y="20"/>
                  </a:cubicBezTo>
                  <a:close/>
                </a:path>
              </a:pathLst>
            </a:custGeom>
            <a:grpFill/>
            <a:ln>
              <a:noFill/>
            </a:ln>
          </p:spPr>
          <p:txBody>
            <a:bodyPr vert="horz" wrap="square" lIns="91440" tIns="45720" rIns="91440" bIns="45720" numCol="1" rtlCol="0" anchor="t"/>
            <a:lstStyle/>
            <a:p>
              <a:endParaRPr lang="en-US" dirty="0"/>
            </a:p>
          </p:txBody>
        </p:sp>
        <p:sp>
          <p:nvSpPr>
            <p:cNvPr id="18" name="Freeform 26">
              <a:extLst>
                <a:ext uri="{2A5E82CC-C631-4AE2-A877-3B9A8A935F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07E346D-E0E3-4627-AC6B-6E9B3800DDE0}"/>
                </a:ext>
              </a:extLst>
            </p:cNvPr>
            <p:cNvSpPr/>
            <p:nvPr/>
          </p:nvSpPr>
          <p:spPr>
            <a:xfrm>
              <a:off x="3822" y="1988"/>
              <a:ext cx="118" cy="19"/>
            </a:xfrm>
            <a:custGeom>
              <a:avLst/>
              <a:gdLst/>
              <a:ahLst/>
              <a:cxnLst/>
              <a:rect l="0" t="0" r="r" b="b"/>
              <a:pathLst>
                <a:path w="118" h="19">
                  <a:moveTo>
                    <a:pt x="109" y="0"/>
                  </a:moveTo>
                  <a:cubicBezTo>
                    <a:pt x="10" y="0"/>
                    <a:pt x="10" y="0"/>
                    <a:pt x="10" y="0"/>
                  </a:cubicBezTo>
                  <a:cubicBezTo>
                    <a:pt x="5" y="0"/>
                    <a:pt x="0" y="4"/>
                    <a:pt x="0" y="10"/>
                  </a:cubicBezTo>
                  <a:cubicBezTo>
                    <a:pt x="0" y="15"/>
                    <a:pt x="5" y="19"/>
                    <a:pt x="10" y="19"/>
                  </a:cubicBezTo>
                  <a:cubicBezTo>
                    <a:pt x="109" y="19"/>
                    <a:pt x="109" y="19"/>
                    <a:pt x="109" y="19"/>
                  </a:cubicBezTo>
                  <a:cubicBezTo>
                    <a:pt x="114" y="19"/>
                    <a:pt x="118" y="15"/>
                    <a:pt x="118" y="10"/>
                  </a:cubicBezTo>
                  <a:cubicBezTo>
                    <a:pt x="118" y="4"/>
                    <a:pt x="114" y="0"/>
                    <a:pt x="109" y="0"/>
                  </a:cubicBezTo>
                  <a:close/>
                </a:path>
              </a:pathLst>
            </a:custGeom>
            <a:grpFill/>
            <a:ln>
              <a:noFill/>
            </a:ln>
          </p:spPr>
          <p:txBody>
            <a:bodyPr vert="horz" wrap="square" lIns="91440" tIns="45720" rIns="91440" bIns="45720" numCol="1" rtlCol="0" anchor="t"/>
            <a:lstStyle/>
            <a:p>
              <a:endParaRPr lang="en-US" dirty="0"/>
            </a:p>
          </p:txBody>
        </p:sp>
        <p:sp>
          <p:nvSpPr>
            <p:cNvPr id="19" name="Freeform 27">
              <a:extLst>
                <a:ext uri="{EC3812B6-23A5-41DD-915D-FB9DD2DF7E3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6AAE136-1BDC-4750-8EBC-C3EB34DBBECE}"/>
                </a:ext>
              </a:extLst>
            </p:cNvPr>
            <p:cNvSpPr/>
            <p:nvPr/>
          </p:nvSpPr>
          <p:spPr>
            <a:xfrm>
              <a:off x="3889" y="1931"/>
              <a:ext cx="65" cy="20"/>
            </a:xfrm>
            <a:custGeom>
              <a:avLst/>
              <a:gdLst/>
              <a:ahLst/>
              <a:cxnLst/>
              <a:rect l="0" t="0" r="r" b="b"/>
              <a:pathLst>
                <a:path w="66" h="20">
                  <a:moveTo>
                    <a:pt x="56" y="0"/>
                  </a:moveTo>
                  <a:cubicBezTo>
                    <a:pt x="10" y="0"/>
                    <a:pt x="10" y="0"/>
                    <a:pt x="10" y="0"/>
                  </a:cubicBezTo>
                  <a:cubicBezTo>
                    <a:pt x="4" y="0"/>
                    <a:pt x="0" y="4"/>
                    <a:pt x="0" y="10"/>
                  </a:cubicBezTo>
                  <a:cubicBezTo>
                    <a:pt x="0" y="16"/>
                    <a:pt x="4" y="20"/>
                    <a:pt x="10" y="20"/>
                  </a:cubicBezTo>
                  <a:cubicBezTo>
                    <a:pt x="56" y="20"/>
                    <a:pt x="56" y="20"/>
                    <a:pt x="56" y="20"/>
                  </a:cubicBezTo>
                  <a:cubicBezTo>
                    <a:pt x="62" y="20"/>
                    <a:pt x="66" y="16"/>
                    <a:pt x="66" y="10"/>
                  </a:cubicBezTo>
                  <a:cubicBezTo>
                    <a:pt x="66" y="4"/>
                    <a:pt x="62" y="0"/>
                    <a:pt x="56" y="0"/>
                  </a:cubicBezTo>
                  <a:close/>
                </a:path>
              </a:pathLst>
            </a:custGeom>
            <a:grpFill/>
            <a:ln>
              <a:noFill/>
            </a:ln>
          </p:spPr>
          <p:txBody>
            <a:bodyPr vert="horz" wrap="square" lIns="91440" tIns="45720" rIns="91440" bIns="45720" numCol="1" rtlCol="0" anchor="t"/>
            <a:lstStyle/>
            <a:p>
              <a:endParaRPr lang="en-US" dirty="0"/>
            </a:p>
          </p:txBody>
        </p:sp>
        <p:sp>
          <p:nvSpPr>
            <p:cNvPr id="20" name="Freeform 28">
              <a:extLst>
                <a:ext uri="{87E9F147-D61B-4051-95D3-9109AAA251F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EEE6070-F622-47AB-9E2C-C36F498C3EFD}"/>
                </a:ext>
              </a:extLst>
            </p:cNvPr>
            <p:cNvSpPr/>
            <p:nvPr/>
          </p:nvSpPr>
          <p:spPr>
            <a:xfrm>
              <a:off x="3758" y="1931"/>
              <a:ext cx="118" cy="20"/>
            </a:xfrm>
            <a:custGeom>
              <a:avLst/>
              <a:gdLst/>
              <a:ahLst/>
              <a:cxnLst/>
              <a:rect l="0" t="0" r="r" b="b"/>
              <a:pathLst>
                <a:path w="118" h="20">
                  <a:moveTo>
                    <a:pt x="118" y="10"/>
                  </a:moveTo>
                  <a:cubicBezTo>
                    <a:pt x="118" y="4"/>
                    <a:pt x="114" y="0"/>
                    <a:pt x="108" y="0"/>
                  </a:cubicBezTo>
                  <a:cubicBezTo>
                    <a:pt x="10" y="0"/>
                    <a:pt x="10" y="0"/>
                    <a:pt x="10" y="0"/>
                  </a:cubicBezTo>
                  <a:cubicBezTo>
                    <a:pt x="5" y="0"/>
                    <a:pt x="0" y="4"/>
                    <a:pt x="0" y="10"/>
                  </a:cubicBezTo>
                  <a:cubicBezTo>
                    <a:pt x="0" y="16"/>
                    <a:pt x="5" y="20"/>
                    <a:pt x="10" y="20"/>
                  </a:cubicBezTo>
                  <a:cubicBezTo>
                    <a:pt x="108" y="20"/>
                    <a:pt x="108" y="20"/>
                    <a:pt x="108" y="20"/>
                  </a:cubicBezTo>
                  <a:cubicBezTo>
                    <a:pt x="114" y="20"/>
                    <a:pt x="118" y="16"/>
                    <a:pt x="118" y="10"/>
                  </a:cubicBezTo>
                  <a:close/>
                </a:path>
              </a:pathLst>
            </a:custGeom>
            <a:grpFill/>
            <a:ln>
              <a:noFill/>
            </a:ln>
          </p:spPr>
          <p:txBody>
            <a:bodyPr vert="horz" wrap="square" lIns="91440" tIns="45720" rIns="91440" bIns="45720" numCol="1" rtlCol="0" anchor="t"/>
            <a:lstStyle/>
            <a:p>
              <a:endParaRPr lang="en-US" dirty="0"/>
            </a:p>
          </p:txBody>
        </p:sp>
      </p:grpSp>
      <p:sp>
        <p:nvSpPr>
          <p:cNvPr id="21" name="Date Placeholder 1">
            <a:extLst>
              <a:ext uri="{3501961C-0C65-4B60-847B-18D57FEFC0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7D73F2D-1063-4C26-8F36-A9721F8F3019}"/>
              </a:ext>
            </a:extLst>
          </p:cNvPr>
          <p:cNvSpPr>
            <a:spLocks noGrp="1"/>
          </p:cNvSpPr>
          <p:nvPr>
            <p:ph type="dt" sz="half" idx="15"/>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22" name="Slide Number Placeholder 1">
            <a:extLst>
              <a:ext uri="{FCE70989-A104-426B-96D2-95F8F18CA5D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7A9BF76-1A60-473F-AA97-A74385923E29}"/>
              </a:ext>
            </a:extLst>
          </p:cNvPr>
          <p:cNvSpPr>
            <a:spLocks noGrp="1"/>
          </p:cNvSpPr>
          <p:nvPr>
            <p:ph type="sldNum" sz="quarter" idx="16"/>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30559A01-B147-408E-9885-5B0D98F4EE13}" type="slidenum">
              <a:t>‹#›</a:t>
            </a:fld>
            <a:endParaRPr lang="en-US" dirty="0"/>
          </a:p>
        </p:txBody>
      </p:sp>
      <p:sp>
        <p:nvSpPr>
          <p:cNvPr id="23" name="Footer Placeholder 1">
            <a:extLst>
              <a:ext uri="{7EE6C25F-C5F6-4168-8CDE-9352C8DD09E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0333397-F062-43AD-A96A-89EC9C74D054}"/>
              </a:ext>
            </a:extLst>
          </p:cNvPr>
          <p:cNvSpPr>
            <a:spLocks noGrp="1"/>
          </p:cNvSpPr>
          <p:nvPr>
            <p:ph type="ftr" sz="quarter" idx="17"/>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Tree>
    <p:extLst>
      <p:ext uri="{A39CD814-9788-456D-91C8-32FACC98C5C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Slide Number Placeholder 1">
            <a:extLst>
              <a:ext uri="{28156AA7-F6BD-4E76-88CB-D78C7D84D1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C5FF3E5-CD98-447D-AEC2-FA55A2D5EC56}"/>
              </a:ext>
            </a:extLst>
          </p:cNvPr>
          <p:cNvSpPr>
            <a:spLocks noGrp="1"/>
          </p:cNvSpPr>
          <p:nvPr>
            <p:ph type="sldNum" sz="quarter" idx="4"/>
          </p:nvPr>
        </p:nvSpPr>
        <p:spPr>
          <a:xfrm>
            <a:off x="7767815" y="4695033"/>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023CAD3B-62E5-4E22-BE33-323464FFAEE1}" type="slidenum">
              <a:t>‹#›</a:t>
            </a:fld>
            <a:endParaRPr lang="en-US" dirty="0"/>
          </a:p>
        </p:txBody>
      </p:sp>
      <p:sp>
        <p:nvSpPr>
          <p:cNvPr id="3" name="Date Placeholder 1">
            <a:extLst>
              <a:ext uri="{4319B1D7-A326-4747-980F-7F2E745C932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5C3DADB-01AF-450B-9950-45B284544ABA}"/>
              </a:ext>
            </a:extLst>
          </p:cNvPr>
          <p:cNvSpPr>
            <a:spLocks noGrp="1"/>
          </p:cNvSpPr>
          <p:nvPr>
            <p:ph type="dt" sz="half" idx="2"/>
          </p:nvPr>
        </p:nvSpPr>
        <p:spPr>
          <a:xfrm>
            <a:off x="762000" y="4695033"/>
            <a:ext cx="1639570" cy="285750"/>
          </a:xfrm>
          <a:prstGeom prst="rect">
            <a:avLst/>
          </a:prstGeom>
        </p:spPr>
        <p:txBody>
          <a:bodyPr lIns="91440" tIns="45720" rIns="91440" bIns="45720" rtlCol="0" anchor="ctr"/>
          <a:lstStyle>
            <a:lvl1pPr lvl="0" algn="l">
              <a:defRPr lang="en-US" sz="1200" b="0" i="0" dirty="0">
                <a:solidFill>
                  <a:schemeClr val="tx1"/>
                </a:solidFill>
                <a:latin typeface="+mn-lt"/>
              </a:defRPr>
            </a:lvl1pPr>
          </a:lstStyle>
          <a:p>
            <a:r>
              <a:rPr lang="en-US" dirty="0"/>
              <a:t>Date</a:t>
            </a:r>
          </a:p>
        </p:txBody>
      </p:sp>
      <p:sp>
        <p:nvSpPr>
          <p:cNvPr id="4" name="Footer Placeholder 1">
            <a:extLst>
              <a:ext uri="{2CB1A07C-55C8-470D-8112-5CA339D4280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840D101-C99C-4617-BDCA-D7966FB12940}"/>
              </a:ext>
            </a:extLst>
          </p:cNvPr>
          <p:cNvSpPr>
            <a:spLocks noGrp="1"/>
          </p:cNvSpPr>
          <p:nvPr>
            <p:ph type="ftr" sz="quarter" idx="3"/>
          </p:nvPr>
        </p:nvSpPr>
        <p:spPr>
          <a:xfrm>
            <a:off x="2495550" y="4686300"/>
            <a:ext cx="5181600" cy="285750"/>
          </a:xfrm>
          <a:prstGeom prst="rect">
            <a:avLst/>
          </a:prstGeom>
        </p:spPr>
        <p:txBody>
          <a:bodyPr lIns="91440" tIns="45720" rIns="91440" bIns="45720" rtlCol="0" anchor="ctr"/>
          <a:lstStyle>
            <a:lvl1pPr lvl="0" algn="ctr">
              <a:defRPr lang="en-US" sz="1200" b="0" i="0" dirty="0">
                <a:solidFill>
                  <a:schemeClr val="tx1"/>
                </a:solidFill>
                <a:latin typeface="+mn-lt"/>
              </a:defRPr>
            </a:lvl1pPr>
          </a:lstStyle>
          <a:p>
            <a:r>
              <a:rPr lang="en-US" dirty="0"/>
              <a:t>Footer</a:t>
            </a:r>
          </a:p>
        </p:txBody>
      </p:sp>
      <p:sp>
        <p:nvSpPr>
          <p:cNvPr id="5" name="Title Placeholder 1">
            <a:extLst>
              <a:ext uri="{B2DB6906-5A24-4064-ADAA-A0068E559AC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420DE0A-A517-412F-AF8D-D351EBE0B278}"/>
              </a:ext>
            </a:extLst>
          </p:cNvPr>
          <p:cNvSpPr>
            <a:spLocks noGrp="1"/>
          </p:cNvSpPr>
          <p:nvPr>
            <p:ph type="title"/>
          </p:nvPr>
        </p:nvSpPr>
        <p:spPr>
          <a:xfrm>
            <a:off x="628650" y="549728"/>
            <a:ext cx="7886700" cy="772886"/>
          </a:xfrm>
          <a:prstGeom prst="rect">
            <a:avLst/>
          </a:prstGeom>
        </p:spPr>
        <p:txBody>
          <a:bodyPr vert="horz" lIns="91440" tIns="45720" rIns="91440" bIns="45720" rtlCol="0" anchor="t">
            <a:normAutofit/>
          </a:bodyPr>
          <a:lstStyle/>
          <a:p>
            <a:r>
              <a:rPr lang="en-US" dirty="0"/>
              <a:t>Title</a:t>
            </a:r>
          </a:p>
        </p:txBody>
      </p:sp>
      <p:sp>
        <p:nvSpPr>
          <p:cNvPr id="6" name="Text Placeholder 2">
            <a:extLst>
              <a:ext uri="{22F1364C-4A1C-4247-94EB-AC7C074B75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DC1C54-F4C8-4667-B962-EB58497A7B52}"/>
              </a:ext>
            </a:extLst>
          </p:cNvPr>
          <p:cNvSpPr>
            <a:spLocks noGrp="1"/>
          </p:cNvSpPr>
          <p:nvPr>
            <p:ph type="body" idx="1"/>
          </p:nvPr>
        </p:nvSpPr>
        <p:spPr>
          <a:xfrm>
            <a:off x="628650" y="1480457"/>
            <a:ext cx="7886700" cy="31522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ftr="0" dt="0"/>
  <p:txStyles>
    <p:titleStyle>
      <a:lvl1pPr lvl="0" algn="l" rtl="0">
        <a:lnSpc>
          <a:spcPct val="100000"/>
        </a:lnSpc>
        <a:spcBef>
          <a:spcPct val="0"/>
        </a:spcBef>
        <a:buNone/>
        <a:defRPr lang="en-US" sz="3600" dirty="0">
          <a:solidFill>
            <a:schemeClr val="accent3"/>
          </a:solidFill>
          <a:latin typeface="+mj-lt"/>
        </a:defRPr>
      </a:lvl1pPr>
    </p:titleStyle>
    <p:bodyStyle>
      <a:lvl1pPr marL="228600" lvl="0" indent="-228600" algn="l" rtl="0">
        <a:lnSpc>
          <a:spcPct val="100000"/>
        </a:lnSpc>
        <a:spcBef>
          <a:spcPts val="1000"/>
        </a:spcBef>
        <a:buChar char="•"/>
        <a:defRPr lang="en-US" sz="1800" dirty="0">
          <a:solidFill>
            <a:schemeClr val="accent6"/>
          </a:solidFill>
          <a:latin typeface="+mn-lt"/>
        </a:defRPr>
      </a:lvl1pPr>
      <a:lvl2pPr marL="685800" lvl="1" indent="-228600" algn="l" rtl="0">
        <a:lnSpc>
          <a:spcPct val="90000"/>
        </a:lnSpc>
        <a:spcBef>
          <a:spcPts val="500"/>
        </a:spcBef>
        <a:buChar char="•"/>
        <a:defRPr lang="en-US" sz="2000" dirty="0">
          <a:solidFill>
            <a:schemeClr val="accent6"/>
          </a:solidFill>
          <a:latin typeface="+mn-lt"/>
        </a:defRPr>
      </a:lvl2pPr>
      <a:lvl3pPr marL="1143000" lvl="2" indent="-228600" algn="l" rtl="0">
        <a:lnSpc>
          <a:spcPct val="90000"/>
        </a:lnSpc>
        <a:spcBef>
          <a:spcPts val="500"/>
        </a:spcBef>
        <a:buChar char="•"/>
        <a:defRPr lang="en-US" sz="1800" dirty="0">
          <a:solidFill>
            <a:schemeClr val="accent6"/>
          </a:solidFill>
          <a:latin typeface="+mn-lt"/>
        </a:defRPr>
      </a:lvl3pPr>
      <a:lvl4pPr marL="1600200" lvl="3" indent="-228600" algn="l" rtl="0">
        <a:lnSpc>
          <a:spcPct val="90000"/>
        </a:lnSpc>
        <a:spcBef>
          <a:spcPts val="500"/>
        </a:spcBef>
        <a:buChar char="•"/>
        <a:defRPr lang="en-US" sz="1600" dirty="0">
          <a:solidFill>
            <a:schemeClr val="accent6"/>
          </a:solidFill>
          <a:latin typeface="+mn-lt"/>
        </a:defRPr>
      </a:lvl4pPr>
      <a:lvl5pPr marL="2057400" lvl="4" indent="-228600" algn="l" rtl="0">
        <a:lnSpc>
          <a:spcPct val="90000"/>
        </a:lnSpc>
        <a:spcBef>
          <a:spcPts val="500"/>
        </a:spcBef>
        <a:buChar char="•"/>
        <a:defRPr lang="en-US" sz="1600" dirty="0">
          <a:solidFill>
            <a:schemeClr val="accent6"/>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bin"/><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pic>
        <p:nvPicPr>
          <p:cNvPr id="2" name="Picture Placeholder 14" descr="A picture containing outdoor, water, plane, airplane&#10;&#10;Description automatically generated">
            <a:extLst>
              <a:ext uri="{B0C9E73F-2FE5-4DA3-A166-4D4DD17309F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200AB8-9A29-46ED-B476-B3D03D35230D}"/>
              </a:ext>
            </a:extLst>
          </p:cNvPr>
          <p:cNvPicPr>
            <a:picLocks noGrp="1" noChangeAspect="1"/>
          </p:cNvPicPr>
          <p:nvPr>
            <p:ph type="pic"/>
          </p:nvPr>
        </p:nvPicPr>
        <p:blipFill>
          <a:blip r:embed="rId2"/>
          <a:srcRect t="21875" b="21875"/>
          <a:stretch>
            <a:fillRect/>
          </a:stretch>
        </p:blipFill>
        <p:spPr>
          <a:xfrm>
            <a:off x="0" y="0"/>
            <a:ext cx="9144000" cy="5143500"/>
          </a:xfrm>
          <a:noFill/>
        </p:spPr>
      </p:pic>
      <p:sp>
        <p:nvSpPr>
          <p:cNvPr id="3" name="Title 1">
            <a:extLst>
              <a:ext uri="{40C484D7-9A02-4E01-8A2D-D06F22CF6B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B3606D-060F-473D-8887-5E0BA1C472D9}"/>
              </a:ext>
            </a:extLst>
          </p:cNvPr>
          <p:cNvSpPr>
            <a:spLocks noGrp="1"/>
          </p:cNvSpPr>
          <p:nvPr>
            <p:ph type="title" idx="1"/>
          </p:nvPr>
        </p:nvSpPr>
        <p:spPr/>
        <p:txBody>
          <a:bodyPr rtlCol="0">
            <a:normAutofit fontScale="90000"/>
          </a:bodyPr>
          <a:lstStyle/>
          <a:p>
            <a:r>
              <a:rPr lang="en-US" b="1" dirty="0">
                <a:latin typeface="Oregano"/>
              </a:rPr>
              <a:t>Organizational Communication VS interpersonal communication</a:t>
            </a:r>
          </a:p>
        </p:txBody>
      </p:sp>
      <p:sp>
        <p:nvSpPr>
          <p:cNvPr id="4" name="Subtitle 2">
            <a:extLst>
              <a:ext uri="{9A0D051E-D9C5-475C-A816-0A2FC438D6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ABB8C3A-05C0-40CF-A52D-B88015FB320D}"/>
              </a:ext>
            </a:extLst>
          </p:cNvPr>
          <p:cNvSpPr>
            <a:spLocks noGrp="1"/>
          </p:cNvSpPr>
          <p:nvPr>
            <p:ph type="subTitle" idx="2"/>
          </p:nvPr>
        </p:nvSpPr>
        <p:spPr>
          <a:xfrm>
            <a:off x="3360172" y="3336550"/>
            <a:ext cx="2176464" cy="756557"/>
          </a:xfrm>
        </p:spPr>
        <p:txBody>
          <a:bodyPr rtlCol="0"/>
          <a:lstStyle/>
          <a:p>
            <a:endParaRPr/>
          </a:p>
          <a:p>
            <a:endParaRPr lang="ar" sz="1600" dirty="0"/>
          </a:p>
        </p:txBody>
      </p:sp>
      <p:sp>
        <p:nvSpPr>
          <p:cNvPr id="5" name="Freeform 5">
            <a:extLst>
              <a:ext uri="{3AB100FC-7558-468B-928F-3A62067B147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4071B0-10CB-404C-B94C-6392E013EB01}"/>
              </a:ext>
            </a:extLst>
          </p:cNvPr>
          <p:cNvSpPr/>
          <p:nvPr/>
        </p:nvSpPr>
        <p:spPr>
          <a:xfrm>
            <a:off x="2377803" y="857250"/>
            <a:ext cx="4388395" cy="3429000"/>
          </a:xfrm>
          <a:custGeom>
            <a:avLst/>
            <a:gdLst/>
            <a:ahLst/>
            <a:cxnLst/>
            <a:rect l="0" t="0" r="r" b="b"/>
            <a:pathLst>
              <a:path w="5851194" h="4572000">
                <a:moveTo>
                  <a:pt x="4227472" y="0"/>
                </a:moveTo>
                <a:cubicBezTo>
                  <a:pt x="1622113" y="0"/>
                  <a:pt x="1622113" y="0"/>
                  <a:pt x="1622113" y="0"/>
                </a:cubicBezTo>
                <a:cubicBezTo>
                  <a:pt x="1504639" y="0"/>
                  <a:pt x="1393601" y="61553"/>
                  <a:pt x="1326013" y="164141"/>
                </a:cubicBezTo>
                <a:cubicBezTo>
                  <a:pt x="85290" y="2067146"/>
                  <a:pt x="85290" y="2067146"/>
                  <a:pt x="85290" y="2067146"/>
                </a:cubicBezTo>
                <a:cubicBezTo>
                  <a:pt x="0" y="2198800"/>
                  <a:pt x="0" y="2373200"/>
                  <a:pt x="85290" y="2504854"/>
                </a:cubicBezTo>
                <a:cubicBezTo>
                  <a:pt x="1326013" y="4407860"/>
                  <a:pt x="1326013" y="4407860"/>
                  <a:pt x="1326013" y="4407860"/>
                </a:cubicBezTo>
                <a:cubicBezTo>
                  <a:pt x="1393601" y="4510448"/>
                  <a:pt x="1504639" y="4572000"/>
                  <a:pt x="1622113" y="4572000"/>
                </a:cubicBezTo>
                <a:cubicBezTo>
                  <a:pt x="4227472" y="4572000"/>
                  <a:pt x="4227472" y="4572000"/>
                  <a:pt x="4227472" y="4572000"/>
                </a:cubicBezTo>
                <a:cubicBezTo>
                  <a:pt x="4344946" y="4572000"/>
                  <a:pt x="4455984" y="4510448"/>
                  <a:pt x="4523572" y="4407860"/>
                </a:cubicBezTo>
                <a:cubicBezTo>
                  <a:pt x="5764296" y="2504854"/>
                  <a:pt x="5764296" y="2504854"/>
                  <a:pt x="5764296" y="2504854"/>
                </a:cubicBezTo>
                <a:cubicBezTo>
                  <a:pt x="5851194" y="2373200"/>
                  <a:pt x="5851194" y="2198800"/>
                  <a:pt x="5764296" y="2067146"/>
                </a:cubicBezTo>
                <a:cubicBezTo>
                  <a:pt x="4523572" y="164141"/>
                  <a:pt x="4523572" y="164141"/>
                  <a:pt x="4523572" y="164141"/>
                </a:cubicBezTo>
                <a:cubicBezTo>
                  <a:pt x="4455984" y="61553"/>
                  <a:pt x="4344946" y="0"/>
                  <a:pt x="4227472" y="0"/>
                </a:cubicBezTo>
                <a:close/>
              </a:path>
            </a:pathLst>
          </a:custGeom>
          <a:noFill/>
          <a:ln w="12700" cap="rnd">
            <a:solidFill>
              <a:schemeClr val="bg1"/>
            </a:solidFill>
            <a:prstDash val="solid"/>
          </a:ln>
        </p:spPr>
        <p:txBody>
          <a:bodyPr vert="horz" wrap="square" lIns="91440" tIns="45720" rIns="91440" bIns="45720" numCol="1" rtlCol="0" anchor="t"/>
          <a:lstStyle/>
          <a:p>
            <a:endParaRPr lang="en-US" dirty="0"/>
          </a:p>
        </p:txBody>
      </p:sp>
    </p:spTree>
    <p:extLst>
      <p:ext uri="{2CF72D6A-73B1-4EB9-8725-33A92AD74E9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5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le 1">
            <a:extLst>
              <a:ext uri="{815B8E47-B82E-4602-A070-A26B2CF0BCF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6C2B0D9-E0B8-4A26-BB06-8B76CA75F054}"/>
              </a:ext>
            </a:extLst>
          </p:cNvPr>
          <p:cNvSpPr>
            <a:spLocks noGrp="1"/>
          </p:cNvSpPr>
          <p:nvPr>
            <p:ph type="title" idx="10"/>
          </p:nvPr>
        </p:nvSpPr>
        <p:spPr>
          <a:xfrm>
            <a:off x="77219" y="169430"/>
            <a:ext cx="3024285" cy="936171"/>
          </a:xfrm>
        </p:spPr>
        <p:txBody>
          <a:bodyPr rtlCol="0">
            <a:normAutofit fontScale="90000"/>
          </a:bodyPr>
          <a:lstStyle/>
          <a:p>
            <a:r>
              <a:rPr lang="en-US" dirty="0"/>
              <a:t> Organizational Communication</a:t>
            </a:r>
          </a:p>
        </p:txBody>
      </p:sp>
      <p:sp>
        <p:nvSpPr>
          <p:cNvPr id="3" name="Content Placeholder 2">
            <a:extLst>
              <a:ext uri="{016256F3-0E4D-4117-B12C-36D97AF3B50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BD2CC7E-1A3A-4382-A670-D8661FFC3C79}"/>
              </a:ext>
            </a:extLst>
          </p:cNvPr>
          <p:cNvSpPr>
            <a:spLocks noGrp="1"/>
          </p:cNvSpPr>
          <p:nvPr>
            <p:ph type="body" idx="11"/>
          </p:nvPr>
        </p:nvSpPr>
        <p:spPr/>
        <p:txBody>
          <a:bodyPr rtlCol="0">
            <a:normAutofit fontScale="85000" lnSpcReduction="10000"/>
          </a:bodyPr>
          <a:lstStyle/>
          <a:p>
            <a:r>
              <a:rPr lang="en-US" dirty="0"/>
              <a:t>Organizational communication is how information and messages are shared to help people work together.</a:t>
            </a:r>
            <a:br>
              <a:rPr lang="en-US" dirty="0"/>
            </a:br>
            <a:br>
              <a:rPr lang="en-US" dirty="0"/>
            </a:br>
            <a:r>
              <a:rPr lang="en-US" dirty="0"/>
              <a:t>It has two types:</a:t>
            </a:r>
            <a:br>
              <a:rPr lang="en-US" dirty="0"/>
            </a:br>
            <a:br>
              <a:rPr lang="en-US" dirty="0"/>
            </a:br>
            <a:r>
              <a:rPr lang="en-US" dirty="0"/>
              <a:t>Formal communication: Official,professional</a:t>
            </a:r>
            <a:br>
              <a:rPr lang="en-US" dirty="0"/>
            </a:br>
            <a:br>
              <a:rPr lang="en-US" dirty="0"/>
            </a:br>
            <a:r>
              <a:rPr lang="en-US" dirty="0"/>
              <a:t>Informal communication: Casual, natural conversations between people.</a:t>
            </a:r>
          </a:p>
        </p:txBody>
      </p:sp>
      <p:pic>
        <p:nvPicPr>
          <p:cNvPr id="4" name="Picture Placeholder 9" descr="A person walking down a street&#10;&#10;Description automatically generated">
            <a:extLst>
              <a:ext uri="{24108EE1-0AD9-4225-85FA-9440D3F14A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CD32AED-6826-44A4-AA9C-BA22E05868C9}"/>
              </a:ext>
            </a:extLst>
          </p:cNvPr>
          <p:cNvPicPr>
            <a:picLocks noGrp="1" noChangeAspect="1"/>
          </p:cNvPicPr>
          <p:nvPr>
            <p:ph type="pic" idx="12"/>
          </p:nvPr>
        </p:nvPicPr>
        <p:blipFill>
          <a:blip r:embed="rId2"/>
          <a:srcRect t="6021" b="6021"/>
          <a:stretch>
            <a:fillRect/>
          </a:stretch>
        </p:blipFill>
        <p:spPr/>
      </p:pic>
      <p:pic>
        <p:nvPicPr>
          <p:cNvPr id="5" name="Picture Placeholder 7" descr="A bridge over a body of water&#10;&#10;Description automatically generated">
            <a:extLst>
              <a:ext uri="{AAC86E0D-A95A-4692-8631-70311EB9C6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296226E-E20D-4D75-AF07-E4F5D5A7C7E0}"/>
              </a:ext>
            </a:extLst>
          </p:cNvPr>
          <p:cNvPicPr>
            <a:picLocks noGrp="1" noChangeAspect="1"/>
          </p:cNvPicPr>
          <p:nvPr>
            <p:ph type="pic" idx="13"/>
          </p:nvPr>
        </p:nvPicPr>
        <p:blipFill>
          <a:blip r:embed="rId3"/>
          <a:srcRect l="1375" r="1375"/>
          <a:stretch>
            <a:fillRect/>
          </a:stretch>
        </p:blipFill>
        <p:spPr/>
      </p:pic>
      <p:pic>
        <p:nvPicPr>
          <p:cNvPr id="6" name="Picture Placeholder 11" descr="A pizza sitting on top of a table&#10;&#10;Description automatically generated">
            <a:extLst>
              <a:ext uri="{CA587D24-EA31-4858-AA75-CA32A88A862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E20383C-DBC0-43E2-9D98-A2A1FC906845}"/>
              </a:ext>
            </a:extLst>
          </p:cNvPr>
          <p:cNvPicPr>
            <a:picLocks noGrp="1" noChangeAspect="1"/>
          </p:cNvPicPr>
          <p:nvPr>
            <p:ph type="pic" idx="14"/>
          </p:nvPr>
        </p:nvPicPr>
        <p:blipFill>
          <a:blip r:embed="rId4"/>
          <a:srcRect l="14892" r="14892"/>
          <a:stretch>
            <a:fillRect/>
          </a:stretch>
        </p:blipFill>
        <p:spPr/>
      </p:pic>
      <p:pic>
        <p:nvPicPr>
          <p:cNvPr id="7" name="Picture Placeholder 29" descr="A person standing in front of a building&#10;&#10;Description automatically generated">
            <a:extLst>
              <a:ext uri="{25F78316-A226-4197-A066-8FA27675379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D930CA-992E-4869-9197-D96EE0EEA7C6}"/>
              </a:ext>
            </a:extLst>
          </p:cNvPr>
          <p:cNvPicPr>
            <a:picLocks noGrp="1" noChangeAspect="1"/>
          </p:cNvPicPr>
          <p:nvPr>
            <p:ph type="pic" idx="15"/>
          </p:nvPr>
        </p:nvPicPr>
        <p:blipFill>
          <a:blip r:embed="rId5"/>
          <a:srcRect l="32388" r="32388"/>
          <a:stretch>
            <a:fillRect/>
          </a:stretch>
        </p:blipFill>
        <p:spPr/>
      </p:pic>
      <p:sp>
        <p:nvSpPr>
          <p:cNvPr id="8" name="Slide Number Placeholder 1">
            <a:extLst>
              <a:ext uri="{3C436AE4-B15F-4EA0-8C30-D2069E4C64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CC118AC-FC6A-4999-BC34-030D763BE7E4}"/>
              </a:ext>
            </a:extLst>
          </p:cNvPr>
          <p:cNvSpPr>
            <a:spLocks noGrp="1"/>
          </p:cNvSpPr>
          <p:nvPr>
            <p:ph type="sldNum" sz="quarter" idx="17"/>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30F0BBEF-585F-4298-8F70-DADBD0C2A31C}" type="slidenum">
              <a:t>2</a:t>
            </a:fld>
            <a:endParaRPr lang="en-US" sz="1600" b="1" dirty="0">
              <a:latin typeface="+mn-lt"/>
            </a:endParaRPr>
          </a:p>
        </p:txBody>
      </p:sp>
    </p:spTree>
    <p:extLst>
      <p:ext uri="{7D282861-2987-4837-A0CD-4FB3BD158F0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55"/>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ربع نص 6">
            <a:extLst>
              <a:ext uri="{905DE532-3583-4858-B689-0E3707E4DD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664DFEB-6E48-4567-8F84-3523AE326159}"/>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3" name="مربع نص 8">
            <a:extLst>
              <a:ext uri="{A8FE7078-970F-437E-9BA3-E65C9FFC62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E0131AA-4477-41D8-80BE-2E6A1230DEAF}"/>
              </a:ext>
            </a:extLst>
          </p:cNvPr>
          <p:cNvSpPr txBox="1"/>
          <p:nvPr/>
        </p:nvSpPr>
        <p:spPr>
          <a:xfrm>
            <a:off x="676189" y="375294"/>
            <a:ext cx="6390541" cy="2229126"/>
          </a:xfrm>
          <a:prstGeom prst="rect">
            <a:avLst/>
          </a:prstGeom>
        </p:spPr>
        <p:txBody>
          <a:bodyPr lIns="95250" tIns="47625" rIns="95250" bIns="47625" rtlCol="0">
            <a:noAutofit/>
          </a:bodyPr>
          <a:lstStyle/>
          <a:p>
            <a:pPr>
              <a:defRPr lang="en-US" sz="1400" dirty="0"/>
            </a:pPr>
            <a:endParaRPr lang="en-US" sz="3600" b="1" dirty="0">
              <a:solidFill>
                <a:schemeClr val="tx1"/>
              </a:solidFill>
              <a:latin typeface="Arvo"/>
            </a:endParaRPr>
          </a:p>
        </p:txBody>
      </p:sp>
      <p:sp>
        <p:nvSpPr>
          <p:cNvPr id="4" name="مربع نص 4">
            <a:extLst>
              <a:ext uri="{827FED15-E0A9-4E18-8178-8846532AA5D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EA13AED-B506-4FE1-A4E8-6D141BB29171}"/>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5" name="مستطيل 7">
            <a:extLst>
              <a:ext uri="{2D299769-683B-4844-86B8-4FD2AA005B6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7E5EBA3-94A6-463C-A66D-DC5581151FE7}"/>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1B479A97-188B-4D35-8F56-5600E7BA06FA}" type="slidenum">
              <a:t>3</a:t>
            </a:fld>
            <a:endParaRPr lang="en-US" sz="1600" b="1" dirty="0">
              <a:latin typeface="+mj-lt"/>
            </a:endParaRPr>
          </a:p>
        </p:txBody>
      </p:sp>
      <p:pic>
        <p:nvPicPr>
          <p:cNvPr id="6" name="الصورة 9">
            <a:hlinkClick r:id="" action="ppaction://hlinkshowjump?jump=nextslide"/>
            <a:extLs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a:alphaModFix/>
            <a:lum/>
            <a:extLst>
              <a:ext uri="{68C9997A-4D72-41D4-8750-05CE2D40252C}">
                <a14:imgProps xmlns:a14="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a14:imgLayer>
                    <a14:imgEffect>
                      <a14:brightnessContrast bright="0" contrast="0"/>
                    </a14:imgEffect>
                  </a14:imgLayer>
                </a14:imgProps>
              </a:ext>
              <a:ext uri="{F453DCC3-0F19-4CD7-BD9C-381F6BD539EC}">
                <a14:useLocalDpi xmlns:a14="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val="0"/>
              </a:ext>
            </a:extLst>
          </a:blip>
          <a:srcRect b="8480"/>
          <a:stretch>
            <a:fillRect/>
          </a:stretch>
        </p:blipFill>
        <p:spPr>
          <a:xfrm>
            <a:off x="3680755" y="1905257"/>
            <a:ext cx="4488837" cy="2487739"/>
          </a:xfrm>
          <a:prstGeom prst="rect">
            <a:avLst/>
          </a:prstGeom>
          <a:noFill/>
          <a:ln w="19050" cap="flat">
            <a:solidFill>
              <a:srgbClr val="000000">
                <a:alpha val="100000"/>
              </a:srgbClr>
            </a:solidFill>
            <a:prstDash val="solid"/>
            <a:round/>
          </a:ln>
          <a:effectLst>
            <a:outerShdw blurRad="50800" dir="2700000">
              <a:srgbClr val="5B5B5B">
                <a:alpha val="39999"/>
              </a:srgbClr>
            </a:outerShdw>
          </a:effectLst>
        </p:spPr>
      </p:pic>
      <p:sp>
        <p:nvSpPr>
          <p:cNvPr id="7" name="مربع نص 10">
            <a:extLst>
              <a:ext uri="{84C85380-BD93-4972-ADBB-1A7159EE19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196C4B-A35D-462A-B126-4E0E9DF4E01F}"/>
              </a:ext>
            </a:extLst>
          </p:cNvPr>
          <p:cNvSpPr txBox="1"/>
          <p:nvPr/>
        </p:nvSpPr>
        <p:spPr>
          <a:xfrm>
            <a:off x="325612" y="1886912"/>
            <a:ext cx="2394889" cy="2837735"/>
          </a:xfrm>
          <a:prstGeom prst="rect">
            <a:avLst/>
          </a:prstGeom>
        </p:spPr>
        <p:txBody>
          <a:bodyPr lIns="95250" tIns="47625" rIns="95250" bIns="47625" rtlCol="0" anchor="t">
            <a:spAutoFit/>
          </a:bodyPr>
          <a:lstStyle/>
          <a:p>
            <a:pPr>
              <a:defRPr lang="en-US" sz="1400" dirty="0"/>
            </a:pPr>
            <a:r>
              <a:rPr lang="en-US" sz="1200" b="1" dirty="0">
                <a:latin typeface="Lato"/>
              </a:rPr>
              <a:t>Facial expressions:</a:t>
            </a:r>
            <a:r>
              <a:rPr lang="en-US" sz="1200" dirty="0">
                <a:latin typeface="Lato"/>
              </a:rPr>
              <a:t> Speaker confident; listeners interested.</a:t>
            </a:r>
          </a:p>
          <a:p>
            <a:pPr>
              <a:defRPr lang="en-US" sz="1400" dirty="0"/>
            </a:pPr>
            <a:br>
              <a:rPr lang="en-US" sz="1200" dirty="0"/>
            </a:br>
            <a:r>
              <a:rPr lang="en-US" sz="1200" b="1" dirty="0">
                <a:latin typeface="Lato"/>
              </a:rPr>
              <a:t>Eyes:</a:t>
            </a:r>
            <a:r>
              <a:rPr lang="en-US" sz="1200" dirty="0">
                <a:latin typeface="Lato"/>
              </a:rPr>
              <a:t> Everyone looking at the speaker → strong attention.</a:t>
            </a:r>
          </a:p>
          <a:p>
            <a:pPr>
              <a:defRPr lang="en-US" sz="1400" dirty="0"/>
            </a:pPr>
            <a:br>
              <a:rPr lang="en-US" sz="1200" dirty="0"/>
            </a:br>
            <a:r>
              <a:rPr lang="en-US" sz="1200" b="1" dirty="0">
                <a:latin typeface="Lato"/>
              </a:rPr>
              <a:t>Head:</a:t>
            </a:r>
            <a:r>
              <a:rPr lang="en-US" sz="1200" dirty="0">
                <a:latin typeface="Lato"/>
              </a:rPr>
              <a:t> Speaker upright; listeners turned toward him.</a:t>
            </a:r>
          </a:p>
          <a:p>
            <a:pPr>
              <a:defRPr lang="en-US" sz="1400" dirty="0"/>
            </a:pPr>
            <a:br>
              <a:rPr lang="en-US" sz="1200" dirty="0"/>
            </a:br>
            <a:r>
              <a:rPr lang="en-US" sz="1200" b="1" dirty="0">
                <a:latin typeface="Lato"/>
              </a:rPr>
              <a:t>Arms:</a:t>
            </a:r>
            <a:r>
              <a:rPr lang="en-US" sz="1200" dirty="0">
                <a:latin typeface="Lato"/>
              </a:rPr>
              <a:t> Speaker using open gestures; listeners relaxed.</a:t>
            </a:r>
          </a:p>
          <a:p>
            <a:pPr>
              <a:defRPr lang="en-US" sz="1400" dirty="0"/>
            </a:pPr>
            <a:br>
              <a:rPr lang="en-US" sz="1200" dirty="0"/>
            </a:br>
            <a:r>
              <a:rPr lang="en-US" sz="1200" b="1" dirty="0">
                <a:latin typeface="Lato"/>
              </a:rPr>
              <a:t>Posture &amp; seating:</a:t>
            </a:r>
            <a:r>
              <a:rPr lang="en-US" sz="1200" dirty="0">
                <a:latin typeface="Lato"/>
              </a:rPr>
              <a:t> Formal meeting, speaker centered → leadership</a:t>
            </a:r>
          </a:p>
        </p:txBody>
      </p:sp>
      <p:sp>
        <p:nvSpPr>
          <p:cNvPr id="8" name="مستطيل 5">
            <a:extLst>
              <a:ext uri="{3B2F72F2-F938-49B6-A0A9-98BA3AF9C9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7AEC47-5913-421C-9B2F-812C6DA4A6CF}"/>
              </a:ext>
            </a:extLst>
          </p:cNvPr>
          <p:cNvSpPr/>
          <p:nvPr/>
        </p:nvSpPr>
        <p:spPr>
          <a:xfrm>
            <a:off x="28" y="-361"/>
            <a:ext cx="9143952" cy="1191272"/>
          </a:xfrm>
          <a:prstGeom prst="rect">
            <a:avLst/>
          </a:prstGeom>
          <a:solidFill>
            <a:schemeClr val="accent1"/>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9" name="مربع نص 11">
            <a:extLst>
              <a:ext uri="{5C67514F-BB67-438D-88C1-D9DFB5F0AE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E78C28-74FC-49FC-AC06-24382A514EF5}"/>
              </a:ext>
            </a:extLst>
          </p:cNvPr>
          <p:cNvSpPr txBox="1"/>
          <p:nvPr/>
        </p:nvSpPr>
        <p:spPr>
          <a:xfrm>
            <a:off x="325612" y="0"/>
            <a:ext cx="6181562" cy="1192263"/>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r>
              <a:rPr lang="en-US" sz="3600" b="1" dirty="0">
                <a:solidFill>
                  <a:schemeClr val="tx1"/>
                </a:solidFill>
                <a:latin typeface="Arvo"/>
              </a:rPr>
              <a:t>An Instructor Speaking to a Group of Employees</a:t>
            </a:r>
          </a:p>
        </p:txBody>
      </p:sp>
    </p:spTree>
    <p:extLst>
      <p:ext uri="{141BD0E4-2767-4C14-9F08-034A16442C1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5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2000" fill="hold">
                                          <p:stCondLst>
                                            <p:cond delay="0"/>
                                          </p:stCondLst>
                                        </p:cTn>
                                        <p:tgtEl>
                                          <p:spTgt spid="6"/>
                                        </p:tgtEl>
                                        <p:attrNameLst>
                                          <p:attrName>style.visibility</p:attrName>
                                        </p:attrNameLst>
                                      </p:cBhvr>
                                      <p:to>
                                        <p:strVal val="visible"/>
                                      </p:to>
                                    </p:set>
                                    <p:anim calcmode="lin" valueType="num">
                                      <p:cBhvr>
                                        <p:cTn id="7" dur="2000">
                                          <p:stCondLst>
                                            <p:cond delay="0"/>
                                          </p:stCondLst>
                                        </p:cTn>
                                        <p:tgtEl>
                                          <p:spTgt spid="6"/>
                                        </p:tgtEl>
                                        <p:attrNameLst>
                                          <p:attrName>ppt_w</p:attrName>
                                        </p:attrNameLst>
                                      </p:cBhvr>
                                      <p:tavLst>
                                        <p:tav tm="0">
                                          <p:val>
                                            <p:strVal val="0"/>
                                          </p:val>
                                        </p:tav>
                                        <p:tav tm="100000">
                                          <p:val>
                                            <p:strVal val="#ppt_w"/>
                                          </p:val>
                                        </p:tav>
                                      </p:tavLst>
                                    </p:anim>
                                    <p:anim calcmode="lin" valueType="num">
                                      <p:cBhvr>
                                        <p:cTn id="8" dur="2000">
                                          <p:stCondLst>
                                            <p:cond delay="0"/>
                                          </p:stCondLst>
                                        </p:cTn>
                                        <p:tgtEl>
                                          <p:spTgt spid="6"/>
                                        </p:tgtEl>
                                        <p:attrNameLst>
                                          <p:attrName>ppt_h</p:attrName>
                                        </p:attrNameLst>
                                      </p:cBhvr>
                                      <p:tavLst>
                                        <p:tav tm="0">
                                          <p:val>
                                            <p:strVal val="0"/>
                                          </p:val>
                                        </p:tav>
                                        <p:tav tm="100000">
                                          <p:val>
                                            <p:strVal val="#ppt_h"/>
                                          </p:val>
                                        </p:tav>
                                      </p:tavLst>
                                    </p:anim>
                                    <p:animEffect transition="in" filter="fade">
                                      <p:cBhvr>
                                        <p:cTn id="9" dur="2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000" fill="hold">
                                          <p:stCondLst>
                                            <p:cond delay="0"/>
                                          </p:stCondLst>
                                        </p:cTn>
                                        <p:tgtEl>
                                          <p:spTgt spid="7"/>
                                        </p:tgtEl>
                                        <p:attrNameLst>
                                          <p:attrName>style.visibility</p:attrName>
                                        </p:attrNameLst>
                                      </p:cBhvr>
                                      <p:to>
                                        <p:strVal val="visible"/>
                                      </p:to>
                                    </p:set>
                                    <p:anim calcmode="lin" valueType="num">
                                      <p:cBhvr>
                                        <p:cTn id="14" dur="1000">
                                          <p:stCondLst>
                                            <p:cond delay="0"/>
                                          </p:stCondLst>
                                        </p:cTn>
                                        <p:tgtEl>
                                          <p:spTgt spid="7"/>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7"/>
                                        </p:tgtEl>
                                        <p:attrNameLst>
                                          <p:attrName>ppt_h</p:attrName>
                                        </p:attrNameLst>
                                      </p:cBhvr>
                                      <p:tavLst>
                                        <p:tav tm="0">
                                          <p:val>
                                            <p:strVal val="0"/>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ستطيل 5">
            <a:extLst>
              <a:ext uri="{E14CD175-8497-46D6-91DB-94F5295F8F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6C9D78-FB49-47DD-98B5-5DCE2F3AE073}"/>
              </a:ext>
            </a:extLst>
          </p:cNvPr>
          <p:cNvSpPr/>
          <p:nvPr/>
        </p:nvSpPr>
        <p:spPr>
          <a:xfrm>
            <a:off x="6496278" y="9"/>
            <a:ext cx="2647721" cy="5143490"/>
          </a:xfrm>
          <a:prstGeom prst="rect">
            <a:avLst/>
          </a:prstGeom>
          <a:solidFill>
            <a:schemeClr val="accent1"/>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3" name="مربع نص 6">
            <a:extLst>
              <a:ext uri="{3F675CE1-1C30-4FA2-8ADB-1A0FCC8155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FBD679-ECC7-4E10-B8A6-524850EFF54C}"/>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4" name="مربع نص 8">
            <a:extLst>
              <a:ext uri="{91CC0244-79C3-4EF6-98C1-0F57F09C991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5649C2-21A6-4AB7-8342-8162B8FCCFCC}"/>
              </a:ext>
            </a:extLst>
          </p:cNvPr>
          <p:cNvSpPr txBox="1"/>
          <p:nvPr/>
        </p:nvSpPr>
        <p:spPr>
          <a:xfrm>
            <a:off x="6496278" y="426290"/>
            <a:ext cx="3144964" cy="2831259"/>
          </a:xfrm>
          <a:prstGeom prst="rect">
            <a:avLst/>
          </a:prstGeom>
        </p:spPr>
        <p:txBody>
          <a:bodyPr lIns="95250" tIns="47625" rIns="95250" bIns="47625" rtlCol="0">
            <a:noAutofit/>
          </a:bodyPr>
          <a:lstStyle/>
          <a:p>
            <a:pPr>
              <a:defRPr lang="en-US" sz="1400" dirty="0"/>
            </a:pPr>
            <a:r>
              <a:rPr lang="en-US" sz="3600" b="1" dirty="0">
                <a:latin typeface="Arvo"/>
              </a:rPr>
              <a:t>Team members discussing ideas over lunch.</a:t>
            </a:r>
          </a:p>
        </p:txBody>
      </p:sp>
      <p:sp>
        <p:nvSpPr>
          <p:cNvPr id="5" name="مربع نص 4">
            <a:extLst>
              <a:ext uri="{97B61F5C-83C0-4828-994A-CD92460057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077BD3C-CA5C-47C4-A9D9-9B0398208E1B}"/>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6" name="مستطيل 7">
            <a:extLst>
              <a:ext uri="{141B7A57-59BB-49EB-9E84-9DD20BB8603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A12AA7-420E-43F0-BC93-03213AC2ACC4}"/>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F59A1287-7D13-4F07-AE35-04A8DE7107E0}" type="slidenum">
              <a:t>4</a:t>
            </a:fld>
            <a:endParaRPr lang="en-US" sz="1600" b="1" dirty="0">
              <a:latin typeface="+mj-lt"/>
            </a:endParaRPr>
          </a:p>
        </p:txBody>
      </p:sp>
      <p:pic>
        <p:nvPicPr>
          <p:cNvPr id="7" name="الصورة 9">
            <a:extLst>
              <a:ext uri="{93B0A4F3-2C2A-4311-AF7C-8C66BD6B78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EBB301D-D7AC-4E80-8751-94D0DB692C91}"/>
              </a:ext>
            </a:extLst>
          </p:cNvPr>
          <p:cNvPicPr>
            <a:picLocks noChangeAspect="1"/>
          </p:cNvPicPr>
          <p:nvPr/>
        </p:nvPicPr>
        <p:blipFill>
          <a:blip r:embed="rId2"/>
          <a:stretch>
            <a:fillRect/>
          </a:stretch>
        </p:blipFill>
        <p:spPr>
          <a:xfrm>
            <a:off x="2462679" y="1238812"/>
            <a:ext cx="3847509" cy="2564996"/>
          </a:xfrm>
          <a:prstGeom prst="rect">
            <a:avLst/>
          </a:prstGeom>
          <a:noFill/>
        </p:spPr>
      </p:pic>
      <p:sp>
        <p:nvSpPr>
          <p:cNvPr id="8" name="مربع نص 10">
            <a:extLst>
              <a:ext uri="{6DC90F17-8207-4B4D-A824-BAEAF8C1D9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BB88B6-803D-43CF-8007-4AB764D6A623}"/>
              </a:ext>
            </a:extLst>
          </p:cNvPr>
          <p:cNvSpPr txBox="1"/>
          <p:nvPr/>
        </p:nvSpPr>
        <p:spPr>
          <a:xfrm>
            <a:off x="171935" y="497757"/>
            <a:ext cx="2169614" cy="4148004"/>
          </a:xfrm>
          <a:prstGeom prst="rect">
            <a:avLst/>
          </a:prstGeom>
        </p:spPr>
        <p:txBody>
          <a:bodyPr lIns="95250" tIns="47625" rIns="95250" bIns="47625" rtlCol="0" anchor="t">
            <a:spAutoFit/>
          </a:bodyPr>
          <a:lstStyle/>
          <a:p>
            <a:pPr>
              <a:defRPr lang="en-US" sz="1400" dirty="0"/>
            </a:pPr>
            <a:r>
              <a:rPr lang="en-US" b="1" dirty="0">
                <a:latin typeface="Lato"/>
              </a:rPr>
              <a:t>Facial expressions:</a:t>
            </a:r>
            <a:r>
              <a:rPr lang="en-US" dirty="0">
                <a:latin typeface="Lato"/>
              </a:rPr>
              <a:t> Smiling, relaxed → friendly interaction.</a:t>
            </a:r>
          </a:p>
          <a:p>
            <a:pPr>
              <a:defRPr lang="en-US" sz="1400" dirty="0"/>
            </a:pPr>
            <a:br>
              <a:rPr lang="en-US" dirty="0"/>
            </a:br>
            <a:r>
              <a:rPr lang="en-US" b="1" dirty="0">
                <a:latin typeface="Lato"/>
              </a:rPr>
              <a:t>Eyes:</a:t>
            </a:r>
            <a:r>
              <a:rPr lang="en-US" dirty="0">
                <a:latin typeface="Lato"/>
              </a:rPr>
              <a:t> People looking at each other → casual engagement.</a:t>
            </a:r>
          </a:p>
          <a:p>
            <a:pPr>
              <a:defRPr lang="en-US" sz="1400" dirty="0"/>
            </a:pPr>
            <a:br>
              <a:rPr lang="en-US" dirty="0"/>
            </a:br>
            <a:r>
              <a:rPr lang="en-US" b="1" dirty="0">
                <a:latin typeface="Lato"/>
              </a:rPr>
              <a:t>Head:</a:t>
            </a:r>
            <a:r>
              <a:rPr lang="en-US" dirty="0">
                <a:latin typeface="Lato"/>
              </a:rPr>
              <a:t> Slight head tilts → comfort and interest.</a:t>
            </a:r>
          </a:p>
          <a:p>
            <a:pPr>
              <a:defRPr lang="en-US" sz="1400" dirty="0"/>
            </a:pPr>
            <a:br>
              <a:rPr lang="en-US" dirty="0"/>
            </a:br>
            <a:r>
              <a:rPr lang="en-US" b="1" dirty="0">
                <a:latin typeface="Lato"/>
              </a:rPr>
              <a:t>Arms:</a:t>
            </a:r>
            <a:r>
              <a:rPr lang="en-US" dirty="0">
                <a:latin typeface="Lato"/>
              </a:rPr>
              <a:t> Open, relaxed gestures → informal atmosphere.</a:t>
            </a:r>
          </a:p>
          <a:p>
            <a:pPr>
              <a:defRPr lang="en-US" sz="1400" dirty="0"/>
            </a:pPr>
            <a:br>
              <a:rPr lang="en-US" dirty="0"/>
            </a:br>
            <a:r>
              <a:rPr lang="en-US" b="1" dirty="0">
                <a:latin typeface="Lato"/>
              </a:rPr>
              <a:t>Posture &amp; seating:</a:t>
            </a:r>
            <a:r>
              <a:rPr lang="en-US" dirty="0">
                <a:latin typeface="Lato"/>
              </a:rPr>
              <a:t> Casual seating in a break area → non-work, social communication.</a:t>
            </a:r>
          </a:p>
        </p:txBody>
      </p:sp>
    </p:spTree>
    <p:extLst>
      <p:ext uri="{44214BF3-CD71-4B16-AF13-4208812F23A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6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7"/>
                                        </p:tgtEl>
                                        <p:attrNameLst>
                                          <p:attrName>style.visibility</p:attrName>
                                        </p:attrNameLst>
                                      </p:cBhvr>
                                      <p:to>
                                        <p:strVal val="visible"/>
                                      </p:to>
                                    </p:set>
                                    <p:anim calcmode="lin" valueType="num">
                                      <p:cBhvr>
                                        <p:cTn id="7" dur="1000">
                                          <p:stCondLst>
                                            <p:cond delay="0"/>
                                          </p:stCondLst>
                                        </p:cTn>
                                        <p:tgtEl>
                                          <p:spTgt spid="7"/>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7"/>
                                        </p:tgtEl>
                                        <p:attrNameLst>
                                          <p:attrName>ppt_h</p:attrName>
                                        </p:attrNameLst>
                                      </p:cBhvr>
                                      <p:tavLst>
                                        <p:tav tm="0">
                                          <p:val>
                                            <p:strVal val="0"/>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000" fill="hold">
                                          <p:stCondLst>
                                            <p:cond delay="0"/>
                                          </p:stCondLst>
                                        </p:cTn>
                                        <p:tgtEl>
                                          <p:spTgt spid="8"/>
                                        </p:tgtEl>
                                        <p:attrNameLst>
                                          <p:attrName>style.visibility</p:attrName>
                                        </p:attrNameLst>
                                      </p:cBhvr>
                                      <p:to>
                                        <p:strVal val="visible"/>
                                      </p:to>
                                    </p:set>
                                    <p:anim calcmode="lin" valueType="num">
                                      <p:cBhvr>
                                        <p:cTn id="14" dur="1000">
                                          <p:stCondLst>
                                            <p:cond delay="0"/>
                                          </p:stCondLst>
                                        </p:cTn>
                                        <p:tgtEl>
                                          <p:spTgt spid="8"/>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8"/>
                                        </p:tgtEl>
                                        <p:attrNameLst>
                                          <p:attrName>ppt_h</p:attrName>
                                        </p:attrNameLst>
                                      </p:cBhvr>
                                      <p:tavLst>
                                        <p:tav tm="0">
                                          <p:val>
                                            <p:strVal val="0"/>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ربع نص 6">
            <a:extLst>
              <a:ext uri="{EFC2F8D6-C102-43A9-983C-EA048E2410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C0D300A-331B-44F8-A105-ACC7FC73DBC1}"/>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3" name="مربع نص 8">
            <a:extLst>
              <a:ext uri="{A3AEE996-0233-4D44-87B4-17B8BB7162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F1B3EC-7A64-4ECF-889F-0653B612C79F}"/>
              </a:ext>
            </a:extLst>
          </p:cNvPr>
          <p:cNvSpPr txBox="1"/>
          <p:nvPr/>
        </p:nvSpPr>
        <p:spPr>
          <a:xfrm>
            <a:off x="514559" y="507377"/>
            <a:ext cx="5162083" cy="2229126"/>
          </a:xfrm>
          <a:prstGeom prst="rect">
            <a:avLst/>
          </a:prstGeom>
        </p:spPr>
        <p:txBody>
          <a:bodyPr lIns="95250" tIns="47625" rIns="95250" bIns="47625" rtlCol="0">
            <a:noAutofit/>
          </a:bodyPr>
          <a:lstStyle/>
          <a:p>
            <a:pPr>
              <a:defRPr lang="en-US" sz="1400" dirty="0"/>
            </a:pPr>
            <a:endParaRPr lang="en-US" sz="3600" b="1" dirty="0">
              <a:latin typeface="Arvo"/>
            </a:endParaRPr>
          </a:p>
        </p:txBody>
      </p:sp>
      <p:sp>
        <p:nvSpPr>
          <p:cNvPr id="4" name="مربع نص 4">
            <a:extLst>
              <a:ext uri="{7FA3A5A1-E4C1-41EB-98BE-ACE6CE73F98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E58650C-1C2D-4260-8A9B-D091DFB30DDA}"/>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5" name="مستطيل 7">
            <a:extLst>
              <a:ext uri="{25F381A5-3BCD-46B9-8D87-E6A5A71F51C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2012A6F-32D0-4873-87EB-0F9772F4585E}"/>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5A6AD0B0-AE0B-4141-A06C-6758B4559539}" type="slidenum">
              <a:t>5</a:t>
            </a:fld>
            <a:endParaRPr lang="en-US" sz="1600" b="1" dirty="0">
              <a:latin typeface="+mj-lt"/>
            </a:endParaRPr>
          </a:p>
        </p:txBody>
      </p:sp>
      <p:sp>
        <p:nvSpPr>
          <p:cNvPr id="6" name="مربع نص 10">
            <a:extLst>
              <a:ext uri="{D990B8B8-04BD-47AC-B096-CEA1403FC5C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08A4EDA-625C-4E29-9183-112445363532}"/>
              </a:ext>
            </a:extLst>
          </p:cNvPr>
          <p:cNvSpPr txBox="1"/>
          <p:nvPr/>
        </p:nvSpPr>
        <p:spPr>
          <a:xfrm>
            <a:off x="325612" y="1428750"/>
            <a:ext cx="2394889" cy="2959617"/>
          </a:xfrm>
          <a:prstGeom prst="rect">
            <a:avLst/>
          </a:prstGeom>
        </p:spPr>
        <p:txBody>
          <a:bodyPr lIns="95250" tIns="47625" rIns="95250" bIns="47625" rtlCol="0" anchor="t">
            <a:spAutoFit/>
          </a:bodyPr>
          <a:lstStyle/>
          <a:p>
            <a:pPr>
              <a:defRPr lang="en-US" sz="1400" dirty="0"/>
            </a:pPr>
            <a:r>
              <a:rPr lang="en-US" sz="1200" b="1" dirty="0">
                <a:latin typeface="Lato"/>
              </a:rPr>
              <a:t>Facial expressions:</a:t>
            </a:r>
            <a:r>
              <a:rPr lang="en-US" sz="1200" dirty="0">
                <a:latin typeface="Lato"/>
              </a:rPr>
              <a:t> Serious, focused.</a:t>
            </a:r>
          </a:p>
          <a:p>
            <a:pPr>
              <a:defRPr lang="en-US" sz="1400" dirty="0"/>
            </a:pPr>
            <a:br>
              <a:rPr lang="en-US" dirty="0"/>
            </a:br>
            <a:r>
              <a:rPr lang="en-US" sz="1200" b="1" dirty="0">
                <a:latin typeface="Lato"/>
              </a:rPr>
              <a:t>Eyes:</a:t>
            </a:r>
            <a:r>
              <a:rPr lang="en-US" sz="1200" dirty="0">
                <a:latin typeface="Lato"/>
              </a:rPr>
              <a:t> Listener maintains eye contact → professional attention.</a:t>
            </a:r>
          </a:p>
          <a:p>
            <a:pPr>
              <a:defRPr lang="en-US" sz="1400" dirty="0"/>
            </a:pPr>
            <a:br>
              <a:rPr lang="en-US" dirty="0"/>
            </a:br>
            <a:r>
              <a:rPr lang="en-US" sz="1200" b="1" dirty="0">
                <a:latin typeface="Lato"/>
              </a:rPr>
              <a:t>Head:</a:t>
            </a:r>
            <a:r>
              <a:rPr lang="en-US" sz="1200" dirty="0">
                <a:latin typeface="Lato"/>
              </a:rPr>
              <a:t> Listener slightly tilted → evaluating.</a:t>
            </a:r>
          </a:p>
          <a:p>
            <a:pPr>
              <a:defRPr lang="en-US" sz="1400" dirty="0"/>
            </a:pPr>
            <a:br>
              <a:rPr lang="en-US" dirty="0"/>
            </a:br>
            <a:r>
              <a:rPr lang="en-US" sz="1200" b="1" dirty="0">
                <a:latin typeface="Lato"/>
              </a:rPr>
              <a:t>Arms:</a:t>
            </a:r>
            <a:r>
              <a:rPr lang="en-US" sz="1200" dirty="0">
                <a:latin typeface="Lato"/>
              </a:rPr>
              <a:t> Speaker uses clear gestures → formal explanation.</a:t>
            </a:r>
          </a:p>
          <a:p>
            <a:pPr>
              <a:defRPr lang="en-US" sz="1400" dirty="0"/>
            </a:pPr>
            <a:br>
              <a:rPr lang="en-US" dirty="0"/>
            </a:br>
            <a:r>
              <a:rPr lang="en-US" sz="1200" b="1" dirty="0">
                <a:latin typeface="Lato"/>
              </a:rPr>
              <a:t>Posture:</a:t>
            </a:r>
            <a:r>
              <a:rPr lang="en-US" sz="1200" dirty="0">
                <a:latin typeface="Lato"/>
              </a:rPr>
              <a:t> Formal seating with laptop → workplace meeting.</a:t>
            </a:r>
          </a:p>
        </p:txBody>
      </p:sp>
      <p:pic>
        <p:nvPicPr>
          <p:cNvPr id="7" name="الصورة 9">
            <a:extLst>
              <a:ext uri="{398E0396-424D-4A9C-B37C-48EA774AC68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4A12B0F-2E47-4DC6-AE64-DEC3C289E428}"/>
              </a:ext>
            </a:extLst>
          </p:cNvPr>
          <p:cNvPicPr>
            <a:picLocks noChangeAspect="1"/>
          </p:cNvPicPr>
          <p:nvPr/>
        </p:nvPicPr>
        <p:blipFill>
          <a:blip r:embed="rId2"/>
          <a:stretch>
            <a:fillRect/>
          </a:stretch>
        </p:blipFill>
        <p:spPr>
          <a:xfrm>
            <a:off x="4106132" y="2009613"/>
            <a:ext cx="4572000" cy="2571750"/>
          </a:xfrm>
          <a:prstGeom prst="rect">
            <a:avLst/>
          </a:prstGeom>
          <a:noFill/>
        </p:spPr>
      </p:pic>
      <p:sp>
        <p:nvSpPr>
          <p:cNvPr id="8" name="مستطيل 5">
            <a:extLst>
              <a:ext uri="{E4B7B793-3DA7-4146-B695-04803F0EF8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531FEF-7183-4A32-B5BA-08861DF2A6D7}"/>
              </a:ext>
            </a:extLst>
          </p:cNvPr>
          <p:cNvSpPr/>
          <p:nvPr/>
        </p:nvSpPr>
        <p:spPr>
          <a:xfrm>
            <a:off x="28" y="-361"/>
            <a:ext cx="9143952" cy="1191272"/>
          </a:xfrm>
          <a:prstGeom prst="rect">
            <a:avLst/>
          </a:prstGeom>
          <a:solidFill>
            <a:schemeClr val="accent1"/>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9" name="مربع نص 11">
            <a:extLst>
              <a:ext uri="{18FD433B-B164-42C9-AB25-015E547C0F1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1C73BD-55E1-438C-B7FB-86A2935348DB}"/>
              </a:ext>
            </a:extLst>
          </p:cNvPr>
          <p:cNvSpPr txBox="1"/>
          <p:nvPr/>
        </p:nvSpPr>
        <p:spPr>
          <a:xfrm>
            <a:off x="325612" y="0"/>
            <a:ext cx="7520721" cy="1192263"/>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r>
              <a:rPr lang="en-US" sz="3600" b="1" dirty="0">
                <a:solidFill>
                  <a:schemeClr val="tx1"/>
                </a:solidFill>
                <a:latin typeface="Arvo"/>
              </a:rPr>
              <a:t>Two team leaders discussing a project</a:t>
            </a:r>
          </a:p>
        </p:txBody>
      </p:sp>
    </p:spTree>
    <p:extLst>
      <p:ext uri="{CDE09B41-EFEF-4602-812F-39C7FDB12B0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6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7"/>
                                        </p:tgtEl>
                                        <p:attrNameLst>
                                          <p:attrName>style.visibility</p:attrName>
                                        </p:attrNameLst>
                                      </p:cBhvr>
                                      <p:to>
                                        <p:strVal val="visible"/>
                                      </p:to>
                                    </p:set>
                                    <p:anim calcmode="lin" valueType="num">
                                      <p:cBhvr>
                                        <p:cTn id="7" dur="1000">
                                          <p:stCondLst>
                                            <p:cond delay="0"/>
                                          </p:stCondLst>
                                        </p:cTn>
                                        <p:tgtEl>
                                          <p:spTgt spid="7"/>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7"/>
                                        </p:tgtEl>
                                        <p:attrNameLst>
                                          <p:attrName>ppt_h</p:attrName>
                                        </p:attrNameLst>
                                      </p:cBhvr>
                                      <p:tavLst>
                                        <p:tav tm="0">
                                          <p:val>
                                            <p:strVal val="0"/>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000" fill="hold">
                                          <p:stCondLst>
                                            <p:cond delay="0"/>
                                          </p:stCondLst>
                                        </p:cTn>
                                        <p:tgtEl>
                                          <p:spTgt spid="6"/>
                                        </p:tgtEl>
                                        <p:attrNameLst>
                                          <p:attrName>style.visibility</p:attrName>
                                        </p:attrNameLst>
                                      </p:cBhvr>
                                      <p:to>
                                        <p:strVal val="visible"/>
                                      </p:to>
                                    </p:set>
                                    <p:anim calcmode="lin" valueType="num">
                                      <p:cBhvr>
                                        <p:cTn id="14" dur="1000">
                                          <p:stCondLst>
                                            <p:cond delay="0"/>
                                          </p:stCondLst>
                                        </p:cTn>
                                        <p:tgtEl>
                                          <p:spTgt spid="6"/>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6"/>
                                        </p:tgtEl>
                                        <p:attrNameLst>
                                          <p:attrName>ppt_h</p:attrName>
                                        </p:attrNameLst>
                                      </p:cBhvr>
                                      <p:tavLst>
                                        <p:tav tm="0">
                                          <p:val>
                                            <p:strVal val="0"/>
                                          </p:val>
                                        </p:tav>
                                        <p:tav tm="100000">
                                          <p:val>
                                            <p:strVal val="#ppt_h"/>
                                          </p:val>
                                        </p:tav>
                                      </p:tavLst>
                                    </p:anim>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utoUpdateAnimBg="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ستطيل 5">
            <a:extLst>
              <a:ext uri="{CF971E00-63AF-4F19-8056-A5903E9047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DE78AEB-73B9-4151-98CF-413694ABAE10}"/>
              </a:ext>
            </a:extLst>
          </p:cNvPr>
          <p:cNvSpPr/>
          <p:nvPr/>
        </p:nvSpPr>
        <p:spPr>
          <a:xfrm>
            <a:off x="6467246" y="9"/>
            <a:ext cx="2676753" cy="5143490"/>
          </a:xfrm>
          <a:prstGeom prst="rect">
            <a:avLst/>
          </a:prstGeom>
          <a:solidFill>
            <a:schemeClr val="accent1"/>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3" name="مربع نص 6">
            <a:extLst>
              <a:ext uri="{B1CEB41F-84B8-445E-9FD8-41A846F9B02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2F948D4-D70B-432B-A43B-781C3333A794}"/>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4" name="مربع نص 8">
            <a:extLst>
              <a:ext uri="{94A558F0-D19B-456A-958A-51E22FA2C06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2875E1-40E4-4847-A7D3-576CE755EC13}"/>
              </a:ext>
            </a:extLst>
          </p:cNvPr>
          <p:cNvSpPr txBox="1"/>
          <p:nvPr/>
        </p:nvSpPr>
        <p:spPr>
          <a:xfrm>
            <a:off x="6496278" y="426291"/>
            <a:ext cx="3144964" cy="2229126"/>
          </a:xfrm>
          <a:prstGeom prst="rect">
            <a:avLst/>
          </a:prstGeom>
        </p:spPr>
        <p:txBody>
          <a:bodyPr lIns="95250" tIns="47625" rIns="95250" bIns="47625" rtlCol="0">
            <a:noAutofit/>
          </a:bodyPr>
          <a:lstStyle/>
          <a:p>
            <a:pPr>
              <a:defRPr lang="en-US" sz="1400" dirty="0"/>
            </a:pPr>
            <a:endParaRPr lang="en-US" sz="3600" b="1" dirty="0">
              <a:latin typeface="Arvo"/>
            </a:endParaRPr>
          </a:p>
        </p:txBody>
      </p:sp>
      <p:sp>
        <p:nvSpPr>
          <p:cNvPr id="5" name="مربع نص 4">
            <a:extLst>
              <a:ext uri="{D2B77D28-7ED9-4AF2-BD22-BD850D608F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BED929-9470-484E-869A-2A95B705C89E}"/>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6" name="مستطيل 7">
            <a:extLst>
              <a:ext uri="{40ED3457-8E9F-485A-9395-974AEAC7261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1F3F866-E84E-4939-BCD3-A122431E3277}"/>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99A2A82B-8034-4585-AC94-E66881FE7319}" type="slidenum">
              <a:t>6</a:t>
            </a:fld>
            <a:endParaRPr lang="en-US" sz="1600" b="1" dirty="0">
              <a:latin typeface="+mj-lt"/>
            </a:endParaRPr>
          </a:p>
        </p:txBody>
      </p:sp>
      <p:pic>
        <p:nvPicPr>
          <p:cNvPr id="7" name="الصورة 9">
            <a:extLst>
              <a:ext uri="{05620952-25D6-4FD2-9B10-9DAE3A0D03C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28CC988-46F5-47E4-B90B-F976588B6FCC}"/>
              </a:ext>
            </a:extLst>
          </p:cNvPr>
          <p:cNvPicPr>
            <a:picLocks noChangeAspect="1"/>
          </p:cNvPicPr>
          <p:nvPr/>
        </p:nvPicPr>
        <p:blipFill>
          <a:blip r:embed="rId2"/>
          <a:srcRect l="40" r="40"/>
          <a:stretch>
            <a:fillRect/>
          </a:stretch>
        </p:blipFill>
        <p:spPr>
          <a:xfrm>
            <a:off x="2480643" y="670464"/>
            <a:ext cx="3847509" cy="2564996"/>
          </a:xfrm>
          <a:prstGeom prst="rect">
            <a:avLst/>
          </a:prstGeom>
          <a:noFill/>
        </p:spPr>
      </p:pic>
      <p:sp>
        <p:nvSpPr>
          <p:cNvPr id="8" name="مربع نص 10">
            <a:extLst>
              <a:ext uri="{F4027A67-E0CD-4953-BD09-72488355ED4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C2D32C-340B-48CC-9C1C-74F20F7B4C59}"/>
              </a:ext>
            </a:extLst>
          </p:cNvPr>
          <p:cNvSpPr txBox="1"/>
          <p:nvPr/>
        </p:nvSpPr>
        <p:spPr>
          <a:xfrm>
            <a:off x="171935" y="497757"/>
            <a:ext cx="2169614" cy="3934701"/>
          </a:xfrm>
          <a:prstGeom prst="rect">
            <a:avLst/>
          </a:prstGeom>
        </p:spPr>
        <p:txBody>
          <a:bodyPr lIns="95250" tIns="47625" rIns="95250" bIns="47625" rtlCol="0" anchor="t">
            <a:spAutoFit/>
          </a:bodyPr>
          <a:lstStyle/>
          <a:p>
            <a:pPr>
              <a:defRPr lang="en-US" sz="1400" dirty="0"/>
            </a:pPr>
            <a:r>
              <a:rPr lang="en-US" b="1" dirty="0">
                <a:latin typeface="Lato"/>
              </a:rPr>
              <a:t>Facial expressions:</a:t>
            </a:r>
            <a:r>
              <a:rPr lang="en-US" dirty="0">
                <a:latin typeface="Lato"/>
              </a:rPr>
              <a:t> Two people whispering → secretive and informal.</a:t>
            </a:r>
          </a:p>
          <a:p>
            <a:pPr>
              <a:defRPr lang="en-US" sz="1400" dirty="0"/>
            </a:pPr>
            <a:br>
              <a:rPr lang="en-US" dirty="0"/>
            </a:br>
            <a:r>
              <a:rPr lang="en-US" b="1" dirty="0">
                <a:latin typeface="Lato"/>
              </a:rPr>
              <a:t>Eyes:</a:t>
            </a:r>
            <a:r>
              <a:rPr lang="en-US" dirty="0">
                <a:latin typeface="Lato"/>
              </a:rPr>
              <a:t> Focused on each other → private exchange.</a:t>
            </a:r>
          </a:p>
          <a:p>
            <a:pPr>
              <a:defRPr lang="en-US" sz="1400" dirty="0"/>
            </a:pPr>
            <a:br>
              <a:rPr lang="en-US" dirty="0"/>
            </a:br>
            <a:r>
              <a:rPr lang="en-US" b="1" dirty="0">
                <a:latin typeface="Lato"/>
              </a:rPr>
              <a:t>Head:</a:t>
            </a:r>
            <a:r>
              <a:rPr lang="en-US" dirty="0">
                <a:latin typeface="Lato"/>
              </a:rPr>
              <a:t> Leaning close together → confidentiality.</a:t>
            </a:r>
          </a:p>
          <a:p>
            <a:pPr>
              <a:defRPr lang="en-US" sz="1400" dirty="0"/>
            </a:pPr>
            <a:br>
              <a:rPr lang="en-US" dirty="0"/>
            </a:br>
            <a:r>
              <a:rPr lang="en-US" b="1" dirty="0">
                <a:latin typeface="Lato"/>
              </a:rPr>
              <a:t>Arms:</a:t>
            </a:r>
            <a:r>
              <a:rPr lang="en-US" dirty="0">
                <a:latin typeface="Lato"/>
              </a:rPr>
              <a:t> One hand covering</a:t>
            </a:r>
          </a:p>
          <a:p>
            <a:pPr>
              <a:defRPr lang="en-US" sz="1400" dirty="0"/>
            </a:pPr>
            <a:r>
              <a:rPr lang="en-US" dirty="0">
                <a:latin typeface="Lato"/>
              </a:rPr>
              <a:t> mouth → discretion.</a:t>
            </a:r>
          </a:p>
          <a:p>
            <a:pPr>
              <a:defRPr lang="en-US" sz="1400" dirty="0"/>
            </a:pPr>
            <a:br>
              <a:rPr lang="en-US" dirty="0"/>
            </a:br>
            <a:r>
              <a:rPr lang="en-US" b="1" dirty="0">
                <a:latin typeface="Lato"/>
              </a:rPr>
              <a:t>Posture &amp; seating:</a:t>
            </a:r>
            <a:r>
              <a:rPr lang="en-US" dirty="0">
                <a:latin typeface="Lato"/>
              </a:rPr>
              <a:t> Close, casual seating → non-official talk.</a:t>
            </a:r>
          </a:p>
        </p:txBody>
      </p:sp>
      <p:sp>
        <p:nvSpPr>
          <p:cNvPr id="9" name="مربع نص 11">
            <a:extLst>
              <a:ext uri="{BEC017C3-4E2E-4E12-9CEE-A57E364571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A43191-4648-44E3-9D9E-34B7A0F8D87E}"/>
              </a:ext>
            </a:extLst>
          </p:cNvPr>
          <p:cNvSpPr txBox="1"/>
          <p:nvPr/>
        </p:nvSpPr>
        <p:spPr>
          <a:xfrm>
            <a:off x="6467246" y="670464"/>
            <a:ext cx="2640825" cy="1192263"/>
          </a:xfrm>
          <a:prstGeom prst="rect">
            <a:avLst/>
          </a:prstGeom>
        </p:spPr>
        <p:txBody>
          <a:bodyPr lIns="95250" tIns="47625" rIns="95250" bIns="47625" rtlCol="0" anchor="t">
            <a:spAutoFit/>
          </a:bodyPr>
          <a:lstStyle/>
          <a:p>
            <a:pPr>
              <a:defRPr lang="en-US" sz="1400" dirty="0"/>
            </a:pPr>
            <a:r>
              <a:rPr lang="en-US" sz="3600" b="1" dirty="0">
                <a:latin typeface="Arvo"/>
              </a:rPr>
              <a:t>rumor exchange</a:t>
            </a:r>
          </a:p>
        </p:txBody>
      </p:sp>
    </p:spTree>
    <p:extLst>
      <p:ext uri="{35E2AB19-4819-40D2-9106-30FA342CD29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6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7"/>
                                        </p:tgtEl>
                                        <p:attrNameLst>
                                          <p:attrName>style.visibility</p:attrName>
                                        </p:attrNameLst>
                                      </p:cBhvr>
                                      <p:to>
                                        <p:strVal val="visible"/>
                                      </p:to>
                                    </p:set>
                                    <p:anim calcmode="lin" valueType="num">
                                      <p:cBhvr>
                                        <p:cTn id="7" dur="1000">
                                          <p:stCondLst>
                                            <p:cond delay="0"/>
                                          </p:stCondLst>
                                        </p:cTn>
                                        <p:tgtEl>
                                          <p:spTgt spid="7"/>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7"/>
                                        </p:tgtEl>
                                        <p:attrNameLst>
                                          <p:attrName>ppt_h</p:attrName>
                                        </p:attrNameLst>
                                      </p:cBhvr>
                                      <p:tavLst>
                                        <p:tav tm="0">
                                          <p:val>
                                            <p:strVal val="0"/>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000" fill="hold">
                                          <p:stCondLst>
                                            <p:cond delay="0"/>
                                          </p:stCondLst>
                                        </p:cTn>
                                        <p:tgtEl>
                                          <p:spTgt spid="8"/>
                                        </p:tgtEl>
                                        <p:attrNameLst>
                                          <p:attrName>style.visibility</p:attrName>
                                        </p:attrNameLst>
                                      </p:cBhvr>
                                      <p:to>
                                        <p:strVal val="visible"/>
                                      </p:to>
                                    </p:set>
                                    <p:anim calcmode="lin" valueType="num">
                                      <p:cBhvr>
                                        <p:cTn id="14" dur="1000">
                                          <p:stCondLst>
                                            <p:cond delay="0"/>
                                          </p:stCondLst>
                                        </p:cTn>
                                        <p:tgtEl>
                                          <p:spTgt spid="8"/>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8"/>
                                        </p:tgtEl>
                                        <p:attrNameLst>
                                          <p:attrName>ppt_h</p:attrName>
                                        </p:attrNameLst>
                                      </p:cBhvr>
                                      <p:tavLst>
                                        <p:tav tm="0">
                                          <p:val>
                                            <p:strVal val="0"/>
                                          </p:val>
                                        </p:tav>
                                        <p:tav tm="100000">
                                          <p:val>
                                            <p:strVal val="#ppt_h"/>
                                          </p:val>
                                        </p:tav>
                                      </p:tavLst>
                                    </p:anim>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ستطيل 5">
            <a:extLst>
              <a:ext uri="{9EF0D240-B30C-4C62-8C61-803966A277E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BCCA29-F84D-42B6-B5DA-BB64F3CDACAB}"/>
              </a:ext>
            </a:extLst>
          </p:cNvPr>
          <p:cNvSpPr/>
          <p:nvPr/>
        </p:nvSpPr>
        <p:spPr>
          <a:xfrm>
            <a:off x="19" y="0"/>
            <a:ext cx="9143952" cy="1191272"/>
          </a:xfrm>
          <a:prstGeom prst="rect">
            <a:avLst/>
          </a:prstGeom>
          <a:solidFill>
            <a:schemeClr val="accent1"/>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3" name="مربع نص 6">
            <a:extLst>
              <a:ext uri="{EC2DC6C7-0B13-45A8-8DD8-92EFE106A8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A76331-5344-43C2-B760-58D1BE7D2A61}"/>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4" name="مربع نص 8">
            <a:extLst>
              <a:ext uri="{E0FD009C-C4CA-4A9F-AA41-A87559A7A4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A3E9B8-189B-4ED8-869E-706B6369518D}"/>
              </a:ext>
            </a:extLst>
          </p:cNvPr>
          <p:cNvSpPr txBox="1"/>
          <p:nvPr/>
        </p:nvSpPr>
        <p:spPr>
          <a:xfrm>
            <a:off x="628650" y="331212"/>
            <a:ext cx="5162083" cy="2229126"/>
          </a:xfrm>
          <a:prstGeom prst="rect">
            <a:avLst/>
          </a:prstGeom>
        </p:spPr>
        <p:txBody>
          <a:bodyPr lIns="95250" tIns="47625" rIns="95250" bIns="47625" rtlCol="0">
            <a:noAutofit/>
          </a:bodyPr>
          <a:lstStyle/>
          <a:p>
            <a:pPr algn="l" rtl="0">
              <a:lnSpc>
                <a:spcPct val="100000"/>
              </a:lnSpc>
              <a:spcBef>
                <a:spcPts val="0"/>
              </a:spcBef>
              <a:spcAft>
                <a:spcPts val="0"/>
              </a:spcAft>
              <a:defRPr lang="en-US" sz="1400" dirty="0"/>
            </a:pPr>
            <a:r>
              <a:rPr lang="en-US" sz="3600" b="1" dirty="0">
                <a:solidFill>
                  <a:schemeClr val="tx1"/>
                </a:solidFill>
                <a:latin typeface="Arvo"/>
              </a:rPr>
              <a:t>Job Interview</a:t>
            </a:r>
          </a:p>
        </p:txBody>
      </p:sp>
      <p:sp>
        <p:nvSpPr>
          <p:cNvPr id="5" name="مربع نص 4">
            <a:extLst>
              <a:ext uri="{D68BEF6D-C7D4-43A2-9D89-059D370E01F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9CE6F55-D663-499B-A874-C31364CCDDA8}"/>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6" name="مستطيل 7">
            <a:extLst>
              <a:ext uri="{5C553BE8-A561-4E29-9603-C22C9F2386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118837-F13B-49A8-AB8A-B6786B2037F8}"/>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11055C3B-5507-4E4A-A377-E52E5EC4A0A6}" type="slidenum">
              <a:t>7</a:t>
            </a:fld>
            <a:endParaRPr lang="en-US" sz="1600" b="1" dirty="0">
              <a:latin typeface="+mj-lt"/>
            </a:endParaRPr>
          </a:p>
        </p:txBody>
      </p:sp>
      <p:sp>
        <p:nvSpPr>
          <p:cNvPr id="7" name="مربع نص 10">
            <a:extLst>
              <a:ext uri="{59A1B8E5-16F4-42AA-A47E-16C605F13FE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A8934E4-90D1-4E11-AF17-B0CB5AFDD80A}"/>
              </a:ext>
            </a:extLst>
          </p:cNvPr>
          <p:cNvSpPr txBox="1"/>
          <p:nvPr/>
        </p:nvSpPr>
        <p:spPr>
          <a:xfrm>
            <a:off x="278072" y="1213837"/>
            <a:ext cx="2394889" cy="3934701"/>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r>
              <a:rPr lang="en-US" sz="1400" b="1" dirty="0">
                <a:solidFill>
                  <a:schemeClr val="tx1"/>
                </a:solidFill>
                <a:latin typeface="Lato"/>
              </a:rPr>
              <a:t>Facial expressions:</a:t>
            </a:r>
          </a:p>
          <a:p>
            <a:pPr algn="l" rtl="0">
              <a:lnSpc>
                <a:spcPct val="100000"/>
              </a:lnSpc>
              <a:spcBef>
                <a:spcPts val="0"/>
              </a:spcBef>
              <a:spcAft>
                <a:spcPts val="0"/>
              </a:spcAft>
              <a:defRPr lang="en-US" sz="1400" dirty="0"/>
            </a:pPr>
            <a:r>
              <a:rPr lang="en-US" sz="1400" dirty="0">
                <a:solidFill>
                  <a:schemeClr val="tx1"/>
                </a:solidFill>
                <a:latin typeface="Lato"/>
              </a:rPr>
              <a:t>Neutral, attentive → focused and professional.</a:t>
            </a:r>
          </a:p>
          <a:p>
            <a:pPr algn="l" rtl="0">
              <a:lnSpc>
                <a:spcPct val="100000"/>
              </a:lnSpc>
              <a:spcBef>
                <a:spcPts val="0"/>
              </a:spcBef>
              <a:spcAft>
                <a:spcPts val="0"/>
              </a:spcAft>
              <a:defRPr lang="en-US" sz="1400" dirty="0"/>
            </a:pPr>
            <a:br>
              <a:rPr lang="en-US" sz="1400" dirty="0">
                <a:solidFill>
                  <a:schemeClr val="tx1"/>
                </a:solidFill>
                <a:latin typeface="Roboto"/>
              </a:rPr>
            </a:br>
            <a:r>
              <a:rPr lang="en-US" sz="1400" b="1" dirty="0">
                <a:solidFill>
                  <a:schemeClr val="tx1"/>
                </a:solidFill>
                <a:latin typeface="Lato"/>
              </a:rPr>
              <a:t>Eyes</a:t>
            </a:r>
            <a:r>
              <a:rPr lang="en-US" sz="1400" dirty="0">
                <a:solidFill>
                  <a:schemeClr val="tx1"/>
                </a:solidFill>
                <a:latin typeface="Lato"/>
              </a:rPr>
              <a:t>: Mutual eye contact → active listening and evaluation.</a:t>
            </a:r>
          </a:p>
          <a:p>
            <a:pPr algn="l" rtl="0">
              <a:lnSpc>
                <a:spcPct val="100000"/>
              </a:lnSpc>
              <a:spcBef>
                <a:spcPts val="0"/>
              </a:spcBef>
              <a:spcAft>
                <a:spcPts val="0"/>
              </a:spcAft>
              <a:defRPr lang="en-US" sz="1400" dirty="0"/>
            </a:pPr>
            <a:br>
              <a:rPr lang="en-US" sz="1400" dirty="0">
                <a:solidFill>
                  <a:schemeClr val="tx1"/>
                </a:solidFill>
                <a:latin typeface="Roboto"/>
              </a:rPr>
            </a:br>
            <a:r>
              <a:rPr lang="en-US" sz="1400" b="1" dirty="0">
                <a:solidFill>
                  <a:schemeClr val="tx1"/>
                </a:solidFill>
                <a:latin typeface="Lato"/>
              </a:rPr>
              <a:t>Head: </a:t>
            </a:r>
            <a:r>
              <a:rPr lang="en-US" sz="1400" dirty="0">
                <a:solidFill>
                  <a:schemeClr val="tx1"/>
                </a:solidFill>
                <a:latin typeface="Lato"/>
              </a:rPr>
              <a:t>Slight forward tilt → interest and engagement.</a:t>
            </a:r>
          </a:p>
          <a:p>
            <a:pPr algn="l" rtl="0">
              <a:lnSpc>
                <a:spcPct val="100000"/>
              </a:lnSpc>
              <a:spcBef>
                <a:spcPts val="0"/>
              </a:spcBef>
              <a:spcAft>
                <a:spcPts val="0"/>
              </a:spcAft>
              <a:defRPr lang="en-US" sz="1400" dirty="0"/>
            </a:pPr>
            <a:br>
              <a:rPr lang="en-US" sz="1400" dirty="0">
                <a:solidFill>
                  <a:schemeClr val="tx1"/>
                </a:solidFill>
                <a:latin typeface="Roboto"/>
              </a:rPr>
            </a:br>
            <a:r>
              <a:rPr lang="en-US" sz="1400" b="1" dirty="0">
                <a:solidFill>
                  <a:schemeClr val="tx1"/>
                </a:solidFill>
                <a:latin typeface="Lato"/>
              </a:rPr>
              <a:t>Arms:</a:t>
            </a:r>
            <a:r>
              <a:rPr lang="en-US" sz="1400" dirty="0">
                <a:solidFill>
                  <a:schemeClr val="tx1"/>
                </a:solidFill>
                <a:latin typeface="Lato"/>
              </a:rPr>
              <a:t> Clasped hands and note-taking → formality and attentiveness.</a:t>
            </a:r>
          </a:p>
          <a:p>
            <a:pPr algn="l" rtl="0">
              <a:lnSpc>
                <a:spcPct val="100000"/>
              </a:lnSpc>
              <a:spcBef>
                <a:spcPts val="0"/>
              </a:spcBef>
              <a:spcAft>
                <a:spcPts val="0"/>
              </a:spcAft>
              <a:defRPr lang="en-US" sz="1400" dirty="0"/>
            </a:pPr>
            <a:br>
              <a:rPr lang="en-US" sz="1400" dirty="0">
                <a:solidFill>
                  <a:schemeClr val="tx1"/>
                </a:solidFill>
                <a:latin typeface="Roboto"/>
              </a:rPr>
            </a:br>
            <a:r>
              <a:rPr lang="en-US" sz="1400" b="1" dirty="0">
                <a:solidFill>
                  <a:schemeClr val="tx1"/>
                </a:solidFill>
                <a:latin typeface="Lato"/>
              </a:rPr>
              <a:t>Posture &amp; seating: </a:t>
            </a:r>
            <a:r>
              <a:rPr lang="en-US" sz="1400" dirty="0">
                <a:solidFill>
                  <a:schemeClr val="tx1"/>
                </a:solidFill>
                <a:latin typeface="Lato"/>
              </a:rPr>
              <a:t>Opposite sides of table → structured interview setup.</a:t>
            </a:r>
          </a:p>
        </p:txBody>
      </p:sp>
      <p:pic>
        <p:nvPicPr>
          <p:cNvPr id="8" name="الصورة 9">
            <a:extLst>
              <a:ext uri="{6D3ED2F9-6460-4912-AC42-A14AA00D12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E4895D9-313C-4EAA-BAC0-A5E4AB3CA413}"/>
              </a:ext>
            </a:extLst>
          </p:cNvPr>
          <p:cNvPicPr>
            <a:picLocks noChangeAspect="1"/>
          </p:cNvPicPr>
          <p:nvPr/>
        </p:nvPicPr>
        <p:blipFill>
          <a:blip r:embed="rId2"/>
          <a:srcRect t="7736" b="7736"/>
          <a:stretch>
            <a:fillRect/>
          </a:stretch>
        </p:blipFill>
        <p:spPr>
          <a:xfrm>
            <a:off x="4106132" y="2009613"/>
            <a:ext cx="4572000" cy="2571750"/>
          </a:xfrm>
          <a:prstGeom prst="rect">
            <a:avLst/>
          </a:prstGeom>
          <a:noFill/>
        </p:spPr>
      </p:pic>
    </p:spTree>
    <p:extLst>
      <p:ext uri="{944461FB-314E-4E76-A4C3-A030C81C5A9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7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8"/>
                                        </p:tgtEl>
                                        <p:attrNameLst>
                                          <p:attrName>style.visibility</p:attrName>
                                        </p:attrNameLst>
                                      </p:cBhvr>
                                      <p:to>
                                        <p:strVal val="visible"/>
                                      </p:to>
                                    </p:set>
                                    <p:anim calcmode="lin" valueType="num">
                                      <p:cBhvr>
                                        <p:cTn id="7" dur="1000">
                                          <p:stCondLst>
                                            <p:cond delay="0"/>
                                          </p:stCondLst>
                                        </p:cTn>
                                        <p:tgtEl>
                                          <p:spTgt spid="8"/>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8"/>
                                        </p:tgtEl>
                                        <p:attrNameLst>
                                          <p:attrName>ppt_h</p:attrName>
                                        </p:attrNameLst>
                                      </p:cBhvr>
                                      <p:tavLst>
                                        <p:tav tm="0">
                                          <p:val>
                                            <p:strVal val="0"/>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000" fill="hold">
                                          <p:stCondLst>
                                            <p:cond delay="0"/>
                                          </p:stCondLst>
                                        </p:cTn>
                                        <p:tgtEl>
                                          <p:spTgt spid="7"/>
                                        </p:tgtEl>
                                        <p:attrNameLst>
                                          <p:attrName>style.visibility</p:attrName>
                                        </p:attrNameLst>
                                      </p:cBhvr>
                                      <p:to>
                                        <p:strVal val="visible"/>
                                      </p:to>
                                    </p:set>
                                    <p:anim calcmode="lin" valueType="num">
                                      <p:cBhvr>
                                        <p:cTn id="14" dur="1000">
                                          <p:stCondLst>
                                            <p:cond delay="0"/>
                                          </p:stCondLst>
                                        </p:cTn>
                                        <p:tgtEl>
                                          <p:spTgt spid="7"/>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7"/>
                                        </p:tgtEl>
                                        <p:attrNameLst>
                                          <p:attrName>ppt_h</p:attrName>
                                        </p:attrNameLst>
                                      </p:cBhvr>
                                      <p:tavLst>
                                        <p:tav tm="0">
                                          <p:val>
                                            <p:strVal val="0"/>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utoUpdateAnimBg="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le 1">
            <a:extLst>
              <a:ext uri="{79A5E8E9-BC6D-41C7-A30C-37B32D0BC9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1BBF94D-3C80-40B4-8790-0C45B77E4B4B}"/>
              </a:ext>
            </a:extLst>
          </p:cNvPr>
          <p:cNvSpPr>
            <a:spLocks noGrp="1"/>
          </p:cNvSpPr>
          <p:nvPr>
            <p:ph type="title" idx="10"/>
          </p:nvPr>
        </p:nvSpPr>
        <p:spPr>
          <a:xfrm>
            <a:off x="77219" y="95078"/>
            <a:ext cx="3024285" cy="936171"/>
          </a:xfrm>
        </p:spPr>
        <p:txBody>
          <a:bodyPr rtlCol="0">
            <a:normAutofit fontScale="90000"/>
          </a:bodyPr>
          <a:lstStyle/>
          <a:p>
            <a:r>
              <a:rPr lang="en-US" dirty="0">
                <a:latin typeface="Lato"/>
              </a:rPr>
              <a:t>Interpersonal Communication</a:t>
            </a:r>
          </a:p>
        </p:txBody>
      </p:sp>
      <p:sp>
        <p:nvSpPr>
          <p:cNvPr id="3" name="Content Placeholder 2">
            <a:extLst>
              <a:ext uri="{5E352E3C-BB75-4426-8792-307F2E4E2B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A0227B1-F733-4EF2-9FD7-697EDB728FF6}"/>
              </a:ext>
            </a:extLst>
          </p:cNvPr>
          <p:cNvSpPr>
            <a:spLocks noGrp="1"/>
          </p:cNvSpPr>
          <p:nvPr>
            <p:ph type="body" idx="11"/>
          </p:nvPr>
        </p:nvSpPr>
        <p:spPr/>
        <p:txBody>
          <a:bodyPr rtlCol="0">
            <a:normAutofit fontScale="92500" lnSpcReduction="10000"/>
          </a:bodyPr>
          <a:lstStyle/>
          <a:p>
            <a:r>
              <a:rPr lang="en-US" dirty="0">
                <a:latin typeface="Lato"/>
              </a:rPr>
              <a:t>Interpersonal communication is the process of exchanging information, feelings, and meanings between two or more people through verbal and nonverbal messages. It helps build relationships, share ideas, and understand others effectively in both personal and professional settings.</a:t>
            </a:r>
          </a:p>
        </p:txBody>
      </p:sp>
      <p:pic>
        <p:nvPicPr>
          <p:cNvPr id="4" name="Picture Placeholder 9" descr="A person walking down a street&#10;&#10;Description automatically generated">
            <a:extLst>
              <a:ext uri="{5BD383A0-C030-40E8-B865-F1B1D92752A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7E45CE-9579-48AE-B757-086724D8B156}"/>
              </a:ext>
            </a:extLst>
          </p:cNvPr>
          <p:cNvPicPr>
            <a:picLocks noGrp="1" noChangeAspect="1"/>
          </p:cNvPicPr>
          <p:nvPr>
            <p:ph type="pic" idx="12"/>
          </p:nvPr>
        </p:nvPicPr>
        <p:blipFill>
          <a:blip r:embed="rId2"/>
          <a:srcRect l="17517" r="17517"/>
          <a:stretch>
            <a:fillRect/>
          </a:stretch>
        </p:blipFill>
        <p:spPr/>
      </p:pic>
      <p:pic>
        <p:nvPicPr>
          <p:cNvPr id="5" name="Picture Placeholder 7" descr="A bridge over a body of water&#10;&#10;Description automatically generated">
            <a:extLst>
              <a:ext uri="{F0E37B39-7C81-45FA-91F3-180E1C7B63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F10FC3-3C91-4543-87BF-063894925AD6}"/>
              </a:ext>
            </a:extLst>
          </p:cNvPr>
          <p:cNvPicPr>
            <a:picLocks noGrp="1" noChangeAspect="1"/>
          </p:cNvPicPr>
          <p:nvPr>
            <p:ph type="pic" idx="13"/>
          </p:nvPr>
        </p:nvPicPr>
        <p:blipFill>
          <a:blip r:embed="rId3"/>
          <a:srcRect l="2135" r="2135"/>
          <a:stretch>
            <a:fillRect/>
          </a:stretch>
        </p:blipFill>
        <p:spPr/>
      </p:pic>
      <p:pic>
        <p:nvPicPr>
          <p:cNvPr id="6" name="Picture Placeholder 11" descr="A pizza sitting on top of a table&#10;&#10;Description automatically generated">
            <a:extLst>
              <a:ext uri="{9FDF54B0-5E9E-408D-9CA9-910F28E475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C964594-C956-4EDC-A027-0BB2FF475F8B}"/>
              </a:ext>
            </a:extLst>
          </p:cNvPr>
          <p:cNvPicPr>
            <a:picLocks noGrp="1" noChangeAspect="1"/>
          </p:cNvPicPr>
          <p:nvPr>
            <p:ph type="pic" idx="14"/>
          </p:nvPr>
        </p:nvPicPr>
        <p:blipFill>
          <a:blip r:embed="rId4"/>
          <a:srcRect t="10091" b="10091"/>
          <a:stretch>
            <a:fillRect/>
          </a:stretch>
        </p:blipFill>
        <p:spPr/>
      </p:pic>
      <p:pic>
        <p:nvPicPr>
          <p:cNvPr id="7" name="Picture Placeholder 29" descr="A person standing in front of a building&#10;&#10;Description automatically generated">
            <a:extLst>
              <a:ext uri="{5A988FB5-6BF9-4849-975A-20148CEC6C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BC454A9-7297-476D-A639-D5D51879B05D}"/>
              </a:ext>
            </a:extLst>
          </p:cNvPr>
          <p:cNvPicPr>
            <a:picLocks noGrp="1" noChangeAspect="1"/>
          </p:cNvPicPr>
          <p:nvPr>
            <p:ph type="pic" idx="15"/>
          </p:nvPr>
        </p:nvPicPr>
        <p:blipFill>
          <a:blip r:embed="rId5"/>
          <a:srcRect l="28520" r="28520"/>
          <a:stretch>
            <a:fillRect/>
          </a:stretch>
        </p:blipFill>
        <p:spPr/>
      </p:pic>
      <p:sp>
        <p:nvSpPr>
          <p:cNvPr id="8" name="Slide Number Placeholder 1">
            <a:extLst>
              <a:ext uri="{D838CCBE-CE18-4CF8-8553-888A7BC6737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3265E01-0FBF-4F87-A5B2-D5C7F40997B2}"/>
              </a:ext>
            </a:extLst>
          </p:cNvPr>
          <p:cNvSpPr>
            <a:spLocks noGrp="1"/>
          </p:cNvSpPr>
          <p:nvPr>
            <p:ph type="sldNum" sz="quarter" idx="17"/>
          </p:nvPr>
        </p:nvSpPr>
        <p:spPr>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80960424-BFC4-4012-9967-83344C61F6E8}" type="slidenum">
              <a:t>8</a:t>
            </a:fld>
            <a:endParaRPr lang="en-US" dirty="0"/>
          </a:p>
        </p:txBody>
      </p:sp>
      <p:sp>
        <p:nvSpPr>
          <p:cNvPr id="9" name="مربع نص 8">
            <a:extLst>
              <a:ext uri="{9E6AA24D-2FA1-4ACA-8E8E-8745230503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DC1D18-BC7C-423C-85CC-97D59E1A2F99}"/>
              </a:ext>
            </a:extLst>
          </p:cNvPr>
          <p:cNvSpPr txBox="1"/>
          <p:nvPr/>
        </p:nvSpPr>
        <p:spPr>
          <a:xfrm>
            <a:off x="7422585" y="1894471"/>
            <a:ext cx="1905000" cy="308552"/>
          </a:xfrm>
          <a:prstGeom prst="rect">
            <a:avLst/>
          </a:prstGeom>
        </p:spPr>
        <p:txBody>
          <a:bodyPr lIns="95250" tIns="47625" rIns="95250" bIns="47625" rtlCol="0" anchor="t">
            <a:spAutoFit/>
          </a:bodyPr>
          <a:lstStyle/>
          <a:p>
            <a:pPr>
              <a:defRPr lang="en-US" sz="1400" dirty="0"/>
            </a:pPr>
            <a:endParaRPr lang="en-US" dirty="0"/>
          </a:p>
        </p:txBody>
      </p:sp>
    </p:spTree>
    <p:extLst>
      <p:ext uri="{B86C1974-4435-492E-B49C-1844AF81EF4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ربع نص 6">
            <a:extLst>
              <a:ext uri="{68CC7D22-CB90-48E2-B234-E0055F0BF1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72FCAFC-0575-471E-97F1-AC8093128A51}"/>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3" name="مربع نص 8">
            <a:extLst>
              <a:ext uri="{EF51BC08-09BF-422E-AC32-1003746C418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208AE2C-AEE1-458F-969E-05F4B5F0ED00}"/>
              </a:ext>
            </a:extLst>
          </p:cNvPr>
          <p:cNvSpPr txBox="1"/>
          <p:nvPr/>
        </p:nvSpPr>
        <p:spPr>
          <a:xfrm>
            <a:off x="676189" y="375294"/>
            <a:ext cx="6390541" cy="2229126"/>
          </a:xfrm>
          <a:prstGeom prst="rect">
            <a:avLst/>
          </a:prstGeom>
        </p:spPr>
        <p:txBody>
          <a:bodyPr lIns="95250" tIns="47625" rIns="95250" bIns="47625" rtlCol="0">
            <a:noAutofit/>
          </a:bodyPr>
          <a:lstStyle/>
          <a:p>
            <a:pPr>
              <a:defRPr lang="en-US" sz="1400" dirty="0"/>
            </a:pPr>
            <a:endParaRPr lang="en-US" sz="3600" b="1" dirty="0">
              <a:solidFill>
                <a:schemeClr val="tx1"/>
              </a:solidFill>
              <a:latin typeface="Arvo"/>
            </a:endParaRPr>
          </a:p>
        </p:txBody>
      </p:sp>
      <p:sp>
        <p:nvSpPr>
          <p:cNvPr id="4" name="مربع نص 4">
            <a:extLst>
              <a:ext uri="{2F52CEC5-1D19-40DC-9304-8A0FABFF65D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2EDB6F-5588-4431-9C9F-85EDBA11FFD4}"/>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5" name="مستطيل 7">
            <a:extLst>
              <a:ext uri="{43549E43-3C3D-4804-97F1-5B2AB5F9708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4983AFB-2176-418A-9011-1C7B144176F4}"/>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CD591462-D460-4451-AF36-11C0AF071771}" type="slidenum">
              <a:t>9</a:t>
            </a:fld>
            <a:endParaRPr lang="en-US" sz="1600" b="1" dirty="0">
              <a:latin typeface="+mj-lt"/>
            </a:endParaRPr>
          </a:p>
        </p:txBody>
      </p:sp>
      <p:sp>
        <p:nvSpPr>
          <p:cNvPr id="6" name="مربع نص 10">
            <a:extLst>
              <a:ext uri="{E4965BC3-E4B0-4702-97EC-875EB5BBDD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25580E-F4AC-4ECF-A17B-84DD80B0540F}"/>
              </a:ext>
            </a:extLst>
          </p:cNvPr>
          <p:cNvSpPr txBox="1"/>
          <p:nvPr/>
        </p:nvSpPr>
        <p:spPr>
          <a:xfrm>
            <a:off x="325612" y="1886912"/>
            <a:ext cx="2394889" cy="278082"/>
          </a:xfrm>
          <a:prstGeom prst="rect">
            <a:avLst/>
          </a:prstGeom>
        </p:spPr>
        <p:txBody>
          <a:bodyPr lIns="95250" tIns="47625" rIns="95250" bIns="47625" rtlCol="0" anchor="t">
            <a:spAutoFit/>
          </a:bodyPr>
          <a:lstStyle/>
          <a:p>
            <a:pPr>
              <a:defRPr lang="en-US" sz="1400" dirty="0"/>
            </a:pPr>
            <a:endParaRPr lang="en-US" sz="1200" b="1" dirty="0">
              <a:latin typeface="Lato"/>
            </a:endParaRPr>
          </a:p>
        </p:txBody>
      </p:sp>
      <p:sp>
        <p:nvSpPr>
          <p:cNvPr id="7" name="مستطيل 5">
            <a:extLst>
              <a:ext uri="{3B07D343-FCFD-4D4E-83E2-1BC8F53961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6E2AC25-7164-42C5-835E-F3DA8B5B66A5}"/>
              </a:ext>
            </a:extLst>
          </p:cNvPr>
          <p:cNvSpPr/>
          <p:nvPr/>
        </p:nvSpPr>
        <p:spPr>
          <a:xfrm>
            <a:off x="28" y="-361"/>
            <a:ext cx="9143952" cy="1191272"/>
          </a:xfrm>
          <a:prstGeom prst="rect">
            <a:avLst/>
          </a:prstGeom>
          <a:solidFill>
            <a:schemeClr val="tx2"/>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8" name="مربع نص 11">
            <a:extLst>
              <a:ext uri="{8CB22F29-3F77-4126-88A9-6B37974013B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1ABC171-236A-4788-A840-00B574E56D4F}"/>
              </a:ext>
            </a:extLst>
          </p:cNvPr>
          <p:cNvSpPr txBox="1"/>
          <p:nvPr/>
        </p:nvSpPr>
        <p:spPr>
          <a:xfrm>
            <a:off x="325612" y="0"/>
            <a:ext cx="6181562" cy="643756"/>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endParaRPr lang="en-US" sz="3600" b="1" dirty="0">
              <a:solidFill>
                <a:schemeClr val="tx1"/>
              </a:solidFill>
              <a:latin typeface="Arvo"/>
            </a:endParaRPr>
          </a:p>
        </p:txBody>
      </p:sp>
      <p:sp>
        <p:nvSpPr>
          <p:cNvPr id="9" name="مربع نص 11">
            <a:extLst>
              <a:ext uri="{FF2B5EF4-FFF2-40B4-BE49-F238E27FC236}">
                <a16:creationId xmlns:a16="http://schemas.microsoft.com/office/drawing/2014/main" id="{AD94C783-C476-2974-16B2-805FA85C3AFD}"/>
              </a:ext>
              <a:ext uri="{5C67514F-BB67-438D-88C1-D9DFB5F0AE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E78C28-74FC-49FC-AC06-24382A514EF5}"/>
              </a:ext>
            </a:extLst>
          </p:cNvPr>
          <p:cNvSpPr txBox="1"/>
          <p:nvPr/>
        </p:nvSpPr>
        <p:spPr>
          <a:xfrm>
            <a:off x="325612" y="0"/>
            <a:ext cx="5694188" cy="957955"/>
          </a:xfrm>
          <a:prstGeom prst="rect">
            <a:avLst/>
          </a:prstGeom>
        </p:spPr>
        <p:txBody>
          <a:bodyPr wrap="square" lIns="95250" tIns="47625" rIns="95250" bIns="47625" rtlCol="0" anchor="t">
            <a:spAutoFit/>
          </a:bodyPr>
          <a:lstStyle/>
          <a:p>
            <a:pPr algn="l" rtl="0">
              <a:lnSpc>
                <a:spcPct val="100000"/>
              </a:lnSpc>
              <a:spcBef>
                <a:spcPts val="0"/>
              </a:spcBef>
              <a:spcAft>
                <a:spcPts val="0"/>
              </a:spcAft>
              <a:defRPr lang="en-US" sz="1400" dirty="0"/>
            </a:pPr>
            <a:r>
              <a:rPr lang="en-US" sz="2800" b="1" dirty="0">
                <a:latin typeface="Arvo"/>
              </a:rPr>
              <a:t>Friends Engaging in a Casual Conversation at a Coffee Shop</a:t>
            </a:r>
          </a:p>
        </p:txBody>
      </p:sp>
      <p:pic>
        <p:nvPicPr>
          <p:cNvPr id="10" name="الصورة 9">
            <a:hlinkClick r:id="" action="ppaction://hlinkshowjump?jump=nextslide"/>
            <a:extLst>
              <a:ext uri="{FF2B5EF4-FFF2-40B4-BE49-F238E27FC236}">
                <a16:creationId xmlns:a16="http://schemas.microsoft.com/office/drawing/2014/main" id="{4FB1FEF6-D58B-4A3B-0823-383D8937E7BF}"/>
              </a:ex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cstate="print">
            <a:extLst>
              <a:ext uri="{28A0092B-C50C-407E-A947-70E740481C1C}">
                <a14:useLocalDpi xmlns:a14="http://schemas.microsoft.com/office/drawing/2010/main" val="0"/>
              </a:ext>
            </a:extLst>
          </a:blip>
          <a:srcRect t="6074" b="6074"/>
          <a:stretch/>
        </p:blipFill>
        <p:spPr>
          <a:xfrm>
            <a:off x="3680755" y="1905257"/>
            <a:ext cx="4488837" cy="2487739"/>
          </a:xfrm>
          <a:prstGeom prst="rect">
            <a:avLst/>
          </a:prstGeom>
          <a:noFill/>
          <a:ln w="19050" cap="flat">
            <a:solidFill>
              <a:srgbClr val="000000">
                <a:alpha val="100000"/>
              </a:srgbClr>
            </a:solidFill>
            <a:prstDash val="solid"/>
            <a:round/>
          </a:ln>
          <a:effectLst>
            <a:outerShdw blurRad="50800" dir="2700000">
              <a:srgbClr val="5B5B5B">
                <a:alpha val="39999"/>
              </a:srgbClr>
            </a:outerShdw>
          </a:effectLst>
        </p:spPr>
      </p:pic>
      <p:sp>
        <p:nvSpPr>
          <p:cNvPr id="11" name="مربع نص 10">
            <a:extLst>
              <a:ext uri="{FF2B5EF4-FFF2-40B4-BE49-F238E27FC236}">
                <a16:creationId xmlns:a16="http://schemas.microsoft.com/office/drawing/2014/main" id="{DA457929-B981-EFAB-B2C8-372F79BB8999}"/>
              </a:ext>
              <a:ext uri="{84C85380-BD93-4972-ADBB-1A7159EE19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196C4B-A35D-462A-B126-4E0E9DF4E01F}"/>
              </a:ext>
            </a:extLst>
          </p:cNvPr>
          <p:cNvSpPr txBox="1"/>
          <p:nvPr/>
        </p:nvSpPr>
        <p:spPr>
          <a:xfrm>
            <a:off x="272958" y="1384779"/>
            <a:ext cx="2775042" cy="3543278"/>
          </a:xfrm>
          <a:prstGeom prst="rect">
            <a:avLst/>
          </a:prstGeom>
        </p:spPr>
        <p:txBody>
          <a:bodyPr wrap="square" lIns="95250" tIns="47625" rIns="95250" bIns="47625" rtlCol="0" anchor="t">
            <a:spAutoFit/>
          </a:bodyPr>
          <a:lstStyle/>
          <a:p>
            <a:pPr>
              <a:defRPr lang="en-US" sz="1400" dirty="0"/>
            </a:pPr>
            <a:r>
              <a:rPr lang="en-US" sz="1400" b="1" dirty="0"/>
              <a:t>Facial expressions</a:t>
            </a:r>
            <a:r>
              <a:rPr lang="en-US" sz="1400" dirty="0"/>
              <a:t>: All participants smiling and laughing ,positive emotions and openness.</a:t>
            </a:r>
            <a:br>
              <a:rPr lang="en-US" sz="1400" dirty="0"/>
            </a:br>
            <a:r>
              <a:rPr lang="en-US" sz="1400" b="1" dirty="0"/>
              <a:t>Eyes: </a:t>
            </a:r>
            <a:r>
              <a:rPr lang="en-US" sz="1400" dirty="0"/>
              <a:t>Eye contact among friends ,attentiveness and mutual interest.</a:t>
            </a:r>
            <a:br>
              <a:rPr lang="en-US" sz="1400" dirty="0"/>
            </a:br>
            <a:r>
              <a:rPr lang="en-US" sz="1400" b="1" dirty="0"/>
              <a:t>Head: </a:t>
            </a:r>
            <a:r>
              <a:rPr lang="en-US" sz="1400" dirty="0"/>
              <a:t>Slightly tilted toward each other, active engagement.</a:t>
            </a:r>
            <a:br>
              <a:rPr lang="en-US" sz="1400" dirty="0"/>
            </a:br>
            <a:r>
              <a:rPr lang="en-US" sz="1400" b="1" dirty="0"/>
              <a:t>Arms: </a:t>
            </a:r>
            <a:r>
              <a:rPr lang="en-US" sz="1400" dirty="0"/>
              <a:t>Relaxed gestures, some holding cups ,comfort and informality.</a:t>
            </a:r>
            <a:br>
              <a:rPr lang="en-US" sz="1400" dirty="0"/>
            </a:br>
            <a:r>
              <a:rPr lang="en-US" sz="1400" b="1" dirty="0"/>
              <a:t>Posture &amp; seating</a:t>
            </a:r>
            <a:r>
              <a:rPr lang="en-US" sz="1400" dirty="0"/>
              <a:t>: Leaning slightly forward in a relaxed setting ,friendly interpersonal connection.</a:t>
            </a:r>
          </a:p>
        </p:txBody>
      </p:sp>
    </p:spTree>
    <p:extLst>
      <p:ext uri="{E775A8A6-EA22-43AF-97EE-D32329C88CE1}">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7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6"/>
                                        </p:tgtEl>
                                        <p:attrNameLst>
                                          <p:attrName>style.visibility</p:attrName>
                                        </p:attrNameLst>
                                      </p:cBhvr>
                                      <p:to>
                                        <p:strVal val="visible"/>
                                      </p:to>
                                    </p:set>
                                    <p:anim calcmode="lin" valueType="num">
                                      <p:cBhvr>
                                        <p:cTn id="7" dur="1000">
                                          <p:stCondLst>
                                            <p:cond delay="0"/>
                                          </p:stCondLst>
                                        </p:cTn>
                                        <p:tgtEl>
                                          <p:spTgt spid="6"/>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6"/>
                                        </p:tgtEl>
                                        <p:attrNameLst>
                                          <p:attrName>ppt_h</p:attrName>
                                        </p:attrNameLst>
                                      </p:cBhvr>
                                      <p:tavLst>
                                        <p:tav tm="0">
                                          <p:val>
                                            <p:strVal val="0"/>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2000" fill="hold">
                                          <p:stCondLst>
                                            <p:cond delay="0"/>
                                          </p:stCondLst>
                                        </p:cTn>
                                        <p:tgtEl>
                                          <p:spTgt spid="10"/>
                                        </p:tgtEl>
                                        <p:attrNameLst>
                                          <p:attrName>style.visibility</p:attrName>
                                        </p:attrNameLst>
                                      </p:cBhvr>
                                      <p:to>
                                        <p:strVal val="visible"/>
                                      </p:to>
                                    </p:set>
                                    <p:anim calcmode="lin" valueType="num">
                                      <p:cBhvr>
                                        <p:cTn id="14" dur="2000">
                                          <p:stCondLst>
                                            <p:cond delay="0"/>
                                          </p:stCondLst>
                                        </p:cTn>
                                        <p:tgtEl>
                                          <p:spTgt spid="10"/>
                                        </p:tgtEl>
                                        <p:attrNameLst>
                                          <p:attrName>ppt_w</p:attrName>
                                        </p:attrNameLst>
                                      </p:cBhvr>
                                      <p:tavLst>
                                        <p:tav tm="0">
                                          <p:val>
                                            <p:strVal val="0"/>
                                          </p:val>
                                        </p:tav>
                                        <p:tav tm="100000">
                                          <p:val>
                                            <p:strVal val="#ppt_w"/>
                                          </p:val>
                                        </p:tav>
                                      </p:tavLst>
                                    </p:anim>
                                    <p:anim calcmode="lin" valueType="num">
                                      <p:cBhvr>
                                        <p:cTn id="15" dur="2000">
                                          <p:stCondLst>
                                            <p:cond delay="0"/>
                                          </p:stCondLst>
                                        </p:cTn>
                                        <p:tgtEl>
                                          <p:spTgt spid="10"/>
                                        </p:tgtEl>
                                        <p:attrNameLst>
                                          <p:attrName>ppt_h</p:attrName>
                                        </p:attrNameLst>
                                      </p:cBhvr>
                                      <p:tavLst>
                                        <p:tav tm="0">
                                          <p:val>
                                            <p:strVal val="0"/>
                                          </p:val>
                                        </p:tav>
                                        <p:tav tm="100000">
                                          <p:val>
                                            <p:strVal val="#ppt_h"/>
                                          </p:val>
                                        </p:tav>
                                      </p:tavLst>
                                    </p:anim>
                                    <p:animEffect transition="in" filter="fade">
                                      <p:cBhvr>
                                        <p:cTn id="16" dur="2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000" fill="hold">
                                          <p:stCondLst>
                                            <p:cond delay="0"/>
                                          </p:stCondLst>
                                        </p:cTn>
                                        <p:tgtEl>
                                          <p:spTgt spid="11"/>
                                        </p:tgtEl>
                                        <p:attrNameLst>
                                          <p:attrName>style.visibility</p:attrName>
                                        </p:attrNameLst>
                                      </p:cBhvr>
                                      <p:to>
                                        <p:strVal val="visible"/>
                                      </p:to>
                                    </p:set>
                                    <p:anim calcmode="lin" valueType="num">
                                      <p:cBhvr>
                                        <p:cTn id="21" dur="1000">
                                          <p:stCondLst>
                                            <p:cond delay="0"/>
                                          </p:stCondLst>
                                        </p:cTn>
                                        <p:tgtEl>
                                          <p:spTgt spid="11"/>
                                        </p:tgtEl>
                                        <p:attrNameLst>
                                          <p:attrName>ppt_w</p:attrName>
                                        </p:attrNameLst>
                                      </p:cBhvr>
                                      <p:tavLst>
                                        <p:tav tm="0">
                                          <p:val>
                                            <p:strVal val="0"/>
                                          </p:val>
                                        </p:tav>
                                        <p:tav tm="100000">
                                          <p:val>
                                            <p:strVal val="#ppt_w"/>
                                          </p:val>
                                        </p:tav>
                                      </p:tavLst>
                                    </p:anim>
                                    <p:anim calcmode="lin" valueType="num">
                                      <p:cBhvr>
                                        <p:cTn id="22" dur="1000">
                                          <p:stCondLst>
                                            <p:cond delay="0"/>
                                          </p:stCondLst>
                                        </p:cTn>
                                        <p:tgtEl>
                                          <p:spTgt spid="11"/>
                                        </p:tgtEl>
                                        <p:attrNameLst>
                                          <p:attrName>ppt_h</p:attrName>
                                        </p:attrNameLst>
                                      </p:cBhvr>
                                      <p:tavLst>
                                        <p:tav tm="0">
                                          <p:val>
                                            <p:strVal val="0"/>
                                          </p:val>
                                        </p:tav>
                                        <p:tav tm="100000">
                                          <p:val>
                                            <p:strVal val="#ppt_h"/>
                                          </p:val>
                                        </p:tav>
                                      </p:tavLst>
                                    </p:anim>
                                    <p:animEffect transition="in" filter="fade">
                                      <p:cBhvr>
                                        <p:cTn id="23"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nimBg="1"/>
      <p:bldP spid="1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ستطيل 5">
            <a:extLst>
              <a:ext uri="{1DA1B97C-82B3-4512-A8BC-8F8B983CF3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221C727-5431-4FF5-9451-C81B578DECDE}"/>
              </a:ext>
            </a:extLst>
          </p:cNvPr>
          <p:cNvSpPr/>
          <p:nvPr/>
        </p:nvSpPr>
        <p:spPr>
          <a:xfrm>
            <a:off x="6467246" y="9"/>
            <a:ext cx="2676753" cy="5143490"/>
          </a:xfrm>
          <a:prstGeom prst="rect">
            <a:avLst/>
          </a:prstGeom>
          <a:solidFill>
            <a:schemeClr val="tx2"/>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3" name="مربع نص 6">
            <a:extLst>
              <a:ext uri="{822AE830-2620-407F-91C5-C6995816F3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4F7951-E9FA-46D3-97E9-F1BB9EB16C7B}"/>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4" name="مربع نص 8">
            <a:extLst>
              <a:ext uri="{E2ADEA63-F800-4A65-BCAE-2D177CF59D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618DDB0-6365-42EC-9889-C1D30A0A9E7B}"/>
              </a:ext>
            </a:extLst>
          </p:cNvPr>
          <p:cNvSpPr txBox="1"/>
          <p:nvPr/>
        </p:nvSpPr>
        <p:spPr>
          <a:xfrm>
            <a:off x="6496278" y="426291"/>
            <a:ext cx="3144964" cy="2229126"/>
          </a:xfrm>
          <a:prstGeom prst="rect">
            <a:avLst/>
          </a:prstGeom>
        </p:spPr>
        <p:txBody>
          <a:bodyPr lIns="95250" tIns="47625" rIns="95250" bIns="47625" rtlCol="0">
            <a:noAutofit/>
          </a:bodyPr>
          <a:lstStyle/>
          <a:p>
            <a:pPr>
              <a:defRPr lang="en-US" sz="1400" dirty="0"/>
            </a:pPr>
            <a:endParaRPr lang="en-US" sz="3600" b="1" dirty="0">
              <a:latin typeface="Arvo"/>
            </a:endParaRPr>
          </a:p>
        </p:txBody>
      </p:sp>
      <p:sp>
        <p:nvSpPr>
          <p:cNvPr id="5" name="مربع نص 4">
            <a:extLst>
              <a:ext uri="{5AB377BA-D2ED-432F-9F89-EAE22C4C10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C5D648-1BCD-4F60-8E9D-40A6E2E1838E}"/>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6" name="مستطيل 7">
            <a:extLst>
              <a:ext uri="{5A1CDCAE-4488-4F2D-8856-3EF659879AC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D11663-B4E2-4977-B5B1-D8E5630EDC6A}"/>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348B1626-306F-4F83-8DD2-B513145B13D3}" type="slidenum">
              <a:t>10</a:t>
            </a:fld>
            <a:endParaRPr lang="en-US" sz="1600" b="1" dirty="0">
              <a:latin typeface="+mj-lt"/>
            </a:endParaRPr>
          </a:p>
        </p:txBody>
      </p:sp>
      <p:sp>
        <p:nvSpPr>
          <p:cNvPr id="7" name="مربع نص 8">
            <a:extLst>
              <a:ext uri="{FF2B5EF4-FFF2-40B4-BE49-F238E27FC236}">
                <a16:creationId xmlns:a16="http://schemas.microsoft.com/office/drawing/2014/main" id="{37CD58E4-57E5-5A78-4A31-392CAC67EA7D}"/>
              </a:ext>
              <a:ext uri="{91CC0244-79C3-4EF6-98C1-0F57F09C991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5649C2-21A6-4AB7-8342-8162B8FCCFCC}"/>
              </a:ext>
            </a:extLst>
          </p:cNvPr>
          <p:cNvSpPr txBox="1"/>
          <p:nvPr/>
        </p:nvSpPr>
        <p:spPr>
          <a:xfrm>
            <a:off x="6496278" y="426290"/>
            <a:ext cx="2419122" cy="3288460"/>
          </a:xfrm>
          <a:prstGeom prst="rect">
            <a:avLst/>
          </a:prstGeom>
        </p:spPr>
        <p:txBody>
          <a:bodyPr lIns="95250" tIns="47625" rIns="95250" bIns="47625" rtlCol="0">
            <a:noAutofit/>
          </a:bodyPr>
          <a:lstStyle/>
          <a:p>
            <a:r>
              <a:rPr lang="en-US" sz="3200" b="1" dirty="0"/>
              <a:t>Friend Comforting Another After Receiving Bad News</a:t>
            </a:r>
            <a:endParaRPr lang="en-US" sz="3200" dirty="0"/>
          </a:p>
        </p:txBody>
      </p:sp>
      <p:pic>
        <p:nvPicPr>
          <p:cNvPr id="8" name="الصورة 9">
            <a:hlinkClick r:id="" action="ppaction://hlinkshowjump?jump=nextslide"/>
            <a:extLst>
              <a:ext uri="{FF2B5EF4-FFF2-40B4-BE49-F238E27FC236}">
                <a16:creationId xmlns:a16="http://schemas.microsoft.com/office/drawing/2014/main" id="{47661320-81A7-25FA-4A5A-A52F84E16ADC}"/>
              </a:ex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cstate="print">
            <a:extLst>
              <a:ext uri="{28A0092B-C50C-407E-A947-70E740481C1C}">
                <a14:useLocalDpi xmlns:a14="http://schemas.microsoft.com/office/drawing/2010/main" val="0"/>
              </a:ext>
            </a:extLst>
          </a:blip>
          <a:srcRect l="5479" r="5479"/>
          <a:stretch/>
        </p:blipFill>
        <p:spPr>
          <a:xfrm>
            <a:off x="3183002" y="590550"/>
            <a:ext cx="2956894" cy="2362199"/>
          </a:xfrm>
          <a:prstGeom prst="rect">
            <a:avLst/>
          </a:prstGeom>
          <a:noFill/>
          <a:ln w="19050" cap="flat">
            <a:solidFill>
              <a:srgbClr val="000000">
                <a:alpha val="100000"/>
              </a:srgbClr>
            </a:solidFill>
            <a:prstDash val="solid"/>
            <a:round/>
          </a:ln>
          <a:effectLst>
            <a:outerShdw blurRad="50800" dir="2700000">
              <a:srgbClr val="5B5B5B">
                <a:alpha val="39999"/>
              </a:srgbClr>
            </a:outerShdw>
          </a:effectLst>
        </p:spPr>
      </p:pic>
      <p:sp>
        <p:nvSpPr>
          <p:cNvPr id="9" name="مربع نص 10">
            <a:extLst>
              <a:ext uri="{FF2B5EF4-FFF2-40B4-BE49-F238E27FC236}">
                <a16:creationId xmlns:a16="http://schemas.microsoft.com/office/drawing/2014/main" id="{F84D6387-56B2-0DB4-F069-750E538BF5E8}"/>
              </a:ext>
              <a:ext uri="{F4027A67-E0CD-4953-BD09-72488355ED4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C2D32C-340B-48CC-9C1C-74F20F7B4C59}"/>
              </a:ext>
            </a:extLst>
          </p:cNvPr>
          <p:cNvSpPr txBox="1"/>
          <p:nvPr/>
        </p:nvSpPr>
        <p:spPr>
          <a:xfrm>
            <a:off x="171935" y="391780"/>
            <a:ext cx="2504820" cy="4620496"/>
          </a:xfrm>
          <a:prstGeom prst="rect">
            <a:avLst/>
          </a:prstGeom>
        </p:spPr>
        <p:txBody>
          <a:bodyPr wrap="square" lIns="95250" tIns="47625" rIns="95250" bIns="47625" rtlCol="0" anchor="t">
            <a:spAutoFit/>
          </a:bodyPr>
          <a:lstStyle/>
          <a:p>
            <a:pPr>
              <a:defRPr lang="en-US" sz="1400" dirty="0"/>
            </a:pPr>
            <a:r>
              <a:rPr lang="en-US" b="1" dirty="0"/>
              <a:t>Facial expressions:</a:t>
            </a:r>
            <a:r>
              <a:rPr lang="en-US" dirty="0"/>
              <a:t> Comforting friend showing concern and empathy; the other looking down with sadness ,emotional depth.</a:t>
            </a:r>
          </a:p>
          <a:p>
            <a:pPr>
              <a:defRPr lang="en-US" sz="1400" dirty="0"/>
            </a:pPr>
            <a:br>
              <a:rPr lang="en-US" dirty="0"/>
            </a:br>
            <a:r>
              <a:rPr lang="en-US" b="1" dirty="0"/>
              <a:t>Eyes:</a:t>
            </a:r>
            <a:r>
              <a:rPr lang="en-US" dirty="0"/>
              <a:t> Comforter’s gaze focused on her friend, shows emotional support.</a:t>
            </a:r>
          </a:p>
          <a:p>
            <a:pPr>
              <a:defRPr lang="en-US" sz="1400" dirty="0"/>
            </a:pPr>
            <a:br>
              <a:rPr lang="en-US" dirty="0"/>
            </a:br>
            <a:r>
              <a:rPr lang="en-US" b="1" dirty="0"/>
              <a:t>Head:</a:t>
            </a:r>
            <a:r>
              <a:rPr lang="en-US" dirty="0"/>
              <a:t> Comforter’s head slightly tilted in empathy, caring gesture.</a:t>
            </a:r>
          </a:p>
          <a:p>
            <a:pPr>
              <a:defRPr lang="en-US" sz="1400" dirty="0"/>
            </a:pPr>
            <a:br>
              <a:rPr lang="en-US" dirty="0"/>
            </a:br>
            <a:r>
              <a:rPr lang="en-US" b="1" dirty="0"/>
              <a:t>Arms:</a:t>
            </a:r>
            <a:r>
              <a:rPr lang="en-US" dirty="0"/>
              <a:t> One hand gently placed on the other’s neck, reassurance and compassion.</a:t>
            </a:r>
          </a:p>
          <a:p>
            <a:pPr>
              <a:defRPr lang="en-US" sz="1400" dirty="0"/>
            </a:pPr>
            <a:br>
              <a:rPr lang="en-US" dirty="0"/>
            </a:br>
            <a:r>
              <a:rPr lang="en-US" b="1" dirty="0"/>
              <a:t>Posture &amp; seating:</a:t>
            </a:r>
            <a:r>
              <a:rPr lang="en-US" dirty="0"/>
              <a:t> Sitting close </a:t>
            </a:r>
            <a:r>
              <a:rPr lang="en-US" dirty="0" err="1"/>
              <a:t>together,intimacy</a:t>
            </a:r>
            <a:endParaRPr lang="en-US" dirty="0">
              <a:latin typeface="Lato"/>
            </a:endParaRPr>
          </a:p>
        </p:txBody>
      </p:sp>
    </p:spTree>
    <p:extLst>
      <p:ext uri="{252DEC04-EE0D-4919-B336-29D90C38C97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8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2000" fill="hold">
                                          <p:stCondLst>
                                            <p:cond delay="0"/>
                                          </p:stCondLst>
                                        </p:cTn>
                                        <p:tgtEl>
                                          <p:spTgt spid="8"/>
                                        </p:tgtEl>
                                        <p:attrNameLst>
                                          <p:attrName>style.visibility</p:attrName>
                                        </p:attrNameLst>
                                      </p:cBhvr>
                                      <p:to>
                                        <p:strVal val="visible"/>
                                      </p:to>
                                    </p:set>
                                    <p:anim calcmode="lin" valueType="num">
                                      <p:cBhvr>
                                        <p:cTn id="7" dur="2000">
                                          <p:stCondLst>
                                            <p:cond delay="0"/>
                                          </p:stCondLst>
                                        </p:cTn>
                                        <p:tgtEl>
                                          <p:spTgt spid="8"/>
                                        </p:tgtEl>
                                        <p:attrNameLst>
                                          <p:attrName>ppt_w</p:attrName>
                                        </p:attrNameLst>
                                      </p:cBhvr>
                                      <p:tavLst>
                                        <p:tav tm="0">
                                          <p:val>
                                            <p:strVal val="0"/>
                                          </p:val>
                                        </p:tav>
                                        <p:tav tm="100000">
                                          <p:val>
                                            <p:strVal val="#ppt_w"/>
                                          </p:val>
                                        </p:tav>
                                      </p:tavLst>
                                    </p:anim>
                                    <p:anim calcmode="lin" valueType="num">
                                      <p:cBhvr>
                                        <p:cTn id="8" dur="2000">
                                          <p:stCondLst>
                                            <p:cond delay="0"/>
                                          </p:stCondLst>
                                        </p:cTn>
                                        <p:tgtEl>
                                          <p:spTgt spid="8"/>
                                        </p:tgtEl>
                                        <p:attrNameLst>
                                          <p:attrName>ppt_h</p:attrName>
                                        </p:attrNameLst>
                                      </p:cBhvr>
                                      <p:tavLst>
                                        <p:tav tm="0">
                                          <p:val>
                                            <p:strVal val="0"/>
                                          </p:val>
                                        </p:tav>
                                        <p:tav tm="100000">
                                          <p:val>
                                            <p:strVal val="#ppt_h"/>
                                          </p:val>
                                        </p:tav>
                                      </p:tavLst>
                                    </p:anim>
                                    <p:animEffect transition="in" filter="fade">
                                      <p:cBhvr>
                                        <p:cTn id="9" dur="2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000" fill="hold">
                                          <p:stCondLst>
                                            <p:cond delay="0"/>
                                          </p:stCondLst>
                                        </p:cTn>
                                        <p:tgtEl>
                                          <p:spTgt spid="9"/>
                                        </p:tgtEl>
                                        <p:attrNameLst>
                                          <p:attrName>style.visibility</p:attrName>
                                        </p:attrNameLst>
                                      </p:cBhvr>
                                      <p:to>
                                        <p:strVal val="visible"/>
                                      </p:to>
                                    </p:set>
                                    <p:anim calcmode="lin" valueType="num">
                                      <p:cBhvr>
                                        <p:cTn id="14" dur="1000">
                                          <p:stCondLst>
                                            <p:cond delay="0"/>
                                          </p:stCondLst>
                                        </p:cTn>
                                        <p:tgtEl>
                                          <p:spTgt spid="9"/>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9"/>
                                        </p:tgtEl>
                                        <p:attrNameLst>
                                          <p:attrName>ppt_h</p:attrName>
                                        </p:attrNameLst>
                                      </p:cBhvr>
                                      <p:tavLst>
                                        <p:tav tm="0">
                                          <p:val>
                                            <p:strVal val="0"/>
                                          </p:val>
                                        </p:tav>
                                        <p:tav tm="100000">
                                          <p:val>
                                            <p:strVal val="#ppt_h"/>
                                          </p:val>
                                        </p:tav>
                                      </p:tavLst>
                                    </p:anim>
                                    <p:animEffect transition="in" filter="fade">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ربع نص 6">
            <a:extLst>
              <a:ext uri="{FC1B5F8B-3DDE-4837-A2DD-F382AEC7BC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179939D-80EA-4079-9B8C-6E08AD3A9879}"/>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3" name="مربع نص 8">
            <a:extLst>
              <a:ext uri="{497D72F5-8020-4B03-9E71-742036B3118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2B6A9D7-B30B-49C9-89C2-60E7707A8D7E}"/>
              </a:ext>
            </a:extLst>
          </p:cNvPr>
          <p:cNvSpPr txBox="1"/>
          <p:nvPr/>
        </p:nvSpPr>
        <p:spPr>
          <a:xfrm>
            <a:off x="676189" y="375294"/>
            <a:ext cx="6390541" cy="2229126"/>
          </a:xfrm>
          <a:prstGeom prst="rect">
            <a:avLst/>
          </a:prstGeom>
        </p:spPr>
        <p:txBody>
          <a:bodyPr lIns="95250" tIns="47625" rIns="95250" bIns="47625" rtlCol="0">
            <a:noAutofit/>
          </a:bodyPr>
          <a:lstStyle/>
          <a:p>
            <a:pPr>
              <a:defRPr lang="en-US" sz="1400" dirty="0"/>
            </a:pPr>
            <a:endParaRPr lang="en-US" sz="3600" b="1" dirty="0">
              <a:solidFill>
                <a:schemeClr val="tx1"/>
              </a:solidFill>
              <a:latin typeface="Arvo"/>
            </a:endParaRPr>
          </a:p>
        </p:txBody>
      </p:sp>
      <p:sp>
        <p:nvSpPr>
          <p:cNvPr id="4" name="مربع نص 4">
            <a:extLst>
              <a:ext uri="{A3DCE6FF-0E59-4411-B188-9A486C65EC6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0BBC2AD-D78F-407C-B564-FC20A343D8F1}"/>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5" name="مستطيل 7">
            <a:extLst>
              <a:ext uri="{612EA044-1E84-4EBC-B4E5-83D763B7BA8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A26B09-4507-433E-88AA-22AE3CC680B3}"/>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D1A3E6E3-B58F-4F73-9A1A-A9D4FCE1E492}" type="slidenum">
              <a:t>11</a:t>
            </a:fld>
            <a:endParaRPr lang="en-US" sz="1600" b="1" dirty="0">
              <a:latin typeface="+mj-lt"/>
            </a:endParaRPr>
          </a:p>
        </p:txBody>
      </p:sp>
      <p:sp>
        <p:nvSpPr>
          <p:cNvPr id="6" name="مربع نص 10">
            <a:extLst>
              <a:ext uri="{033BD62D-9F84-4140-A071-25EE324D7A3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27FAEAC-3C02-4F94-8BD2-D7B00CD58C01}"/>
              </a:ext>
            </a:extLst>
          </p:cNvPr>
          <p:cNvSpPr txBox="1"/>
          <p:nvPr/>
        </p:nvSpPr>
        <p:spPr>
          <a:xfrm>
            <a:off x="325612" y="1873714"/>
            <a:ext cx="2394889" cy="278082"/>
          </a:xfrm>
          <a:prstGeom prst="rect">
            <a:avLst/>
          </a:prstGeom>
        </p:spPr>
        <p:txBody>
          <a:bodyPr lIns="95250" tIns="47625" rIns="95250" bIns="47625" rtlCol="0" anchor="t">
            <a:spAutoFit/>
          </a:bodyPr>
          <a:lstStyle/>
          <a:p>
            <a:pPr>
              <a:defRPr lang="en-US" sz="1400" dirty="0"/>
            </a:pPr>
            <a:endParaRPr lang="en-US" sz="1200" b="1" dirty="0">
              <a:latin typeface="Lato"/>
            </a:endParaRPr>
          </a:p>
        </p:txBody>
      </p:sp>
      <p:sp>
        <p:nvSpPr>
          <p:cNvPr id="7" name="مستطيل 5">
            <a:extLst>
              <a:ext uri="{D1858A48-EBFA-401D-8C0D-515236FE564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49E208-0D42-441C-9B0D-B250D2C0488F}"/>
              </a:ext>
            </a:extLst>
          </p:cNvPr>
          <p:cNvSpPr/>
          <p:nvPr/>
        </p:nvSpPr>
        <p:spPr>
          <a:xfrm>
            <a:off x="28" y="-361"/>
            <a:ext cx="9143952" cy="1191272"/>
          </a:xfrm>
          <a:prstGeom prst="rect">
            <a:avLst/>
          </a:prstGeom>
          <a:solidFill>
            <a:schemeClr val="tx2"/>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8" name="مربع نص 11">
            <a:extLst>
              <a:ext uri="{7430E07F-92DA-4855-99D2-6135983A9C6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D8AA6DC-F0D5-452C-87C8-BA0302A9F79E}"/>
              </a:ext>
            </a:extLst>
          </p:cNvPr>
          <p:cNvSpPr txBox="1"/>
          <p:nvPr/>
        </p:nvSpPr>
        <p:spPr>
          <a:xfrm>
            <a:off x="325612" y="0"/>
            <a:ext cx="6181562" cy="643756"/>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endParaRPr lang="en-US" sz="3600" b="1" dirty="0">
              <a:solidFill>
                <a:schemeClr val="tx1"/>
              </a:solidFill>
              <a:latin typeface="Arvo"/>
            </a:endParaRPr>
          </a:p>
        </p:txBody>
      </p:sp>
      <p:sp>
        <p:nvSpPr>
          <p:cNvPr id="9" name="مربع نص 11">
            <a:extLst>
              <a:ext uri="{FF2B5EF4-FFF2-40B4-BE49-F238E27FC236}">
                <a16:creationId xmlns:a16="http://schemas.microsoft.com/office/drawing/2014/main" id="{C9BB09C1-98D6-5D95-EAE3-25D6C3EA4854}"/>
              </a:ext>
              <a:ext uri="{5C67514F-BB67-438D-88C1-D9DFB5F0AE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E78C28-74FC-49FC-AC06-24382A514EF5}"/>
              </a:ext>
            </a:extLst>
          </p:cNvPr>
          <p:cNvSpPr txBox="1"/>
          <p:nvPr/>
        </p:nvSpPr>
        <p:spPr>
          <a:xfrm>
            <a:off x="325612" y="291030"/>
            <a:ext cx="5922788" cy="527067"/>
          </a:xfrm>
          <a:prstGeom prst="rect">
            <a:avLst/>
          </a:prstGeom>
        </p:spPr>
        <p:txBody>
          <a:bodyPr wrap="square" lIns="95250" tIns="47625" rIns="95250" bIns="47625" rtlCol="0" anchor="t">
            <a:spAutoFit/>
          </a:bodyPr>
          <a:lstStyle/>
          <a:p>
            <a:pPr algn="l" rtl="0">
              <a:lnSpc>
                <a:spcPct val="100000"/>
              </a:lnSpc>
              <a:spcBef>
                <a:spcPts val="0"/>
              </a:spcBef>
              <a:spcAft>
                <a:spcPts val="0"/>
              </a:spcAft>
              <a:defRPr lang="en-US" sz="1400" dirty="0"/>
            </a:pPr>
            <a:r>
              <a:rPr lang="en-US" sz="2800" b="1" dirty="0">
                <a:latin typeface="Arvo"/>
              </a:rPr>
              <a:t>Friends Talking at the Cinema</a:t>
            </a:r>
          </a:p>
        </p:txBody>
      </p:sp>
      <p:pic>
        <p:nvPicPr>
          <p:cNvPr id="10" name="الصورة 9">
            <a:hlinkClick r:id="" action="ppaction://hlinkshowjump?jump=nextslide"/>
            <a:extLst>
              <a:ext uri="{FF2B5EF4-FFF2-40B4-BE49-F238E27FC236}">
                <a16:creationId xmlns:a16="http://schemas.microsoft.com/office/drawing/2014/main" id="{BCA694A5-8F87-47BA-D7EB-19E16BEBA1ED}"/>
              </a:ex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a:extLst>
              <a:ext uri="{28A0092B-C50C-407E-A947-70E740481C1C}">
                <a14:useLocalDpi xmlns:a14="http://schemas.microsoft.com/office/drawing/2010/main" val="0"/>
              </a:ext>
            </a:extLst>
          </a:blip>
          <a:srcRect t="8486" b="8486"/>
          <a:stretch/>
        </p:blipFill>
        <p:spPr>
          <a:xfrm>
            <a:off x="3680755" y="1905257"/>
            <a:ext cx="4488837" cy="2487739"/>
          </a:xfrm>
          <a:prstGeom prst="rect">
            <a:avLst/>
          </a:prstGeom>
        </p:spPr>
      </p:pic>
      <p:sp>
        <p:nvSpPr>
          <p:cNvPr id="11" name="مربع نص 10">
            <a:extLst>
              <a:ext uri="{FF2B5EF4-FFF2-40B4-BE49-F238E27FC236}">
                <a16:creationId xmlns:a16="http://schemas.microsoft.com/office/drawing/2014/main" id="{98508EDE-9B4C-FAFB-6334-57BB04F15E32}"/>
              </a:ext>
              <a:ext uri="{84C85380-BD93-4972-ADBB-1A7159EE19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196C4B-A35D-462A-B126-4E0E9DF4E01F}"/>
              </a:ext>
            </a:extLst>
          </p:cNvPr>
          <p:cNvSpPr txBox="1"/>
          <p:nvPr/>
        </p:nvSpPr>
        <p:spPr>
          <a:xfrm>
            <a:off x="272958" y="1384779"/>
            <a:ext cx="2775042" cy="3112390"/>
          </a:xfrm>
          <a:prstGeom prst="rect">
            <a:avLst/>
          </a:prstGeom>
        </p:spPr>
        <p:txBody>
          <a:bodyPr wrap="square" lIns="95250" tIns="47625" rIns="95250" bIns="47625" rtlCol="0" anchor="t">
            <a:spAutoFit/>
          </a:bodyPr>
          <a:lstStyle/>
          <a:p>
            <a:pPr>
              <a:defRPr lang="en-US" sz="1400" dirty="0"/>
            </a:pPr>
            <a:r>
              <a:rPr lang="en-US" b="1" dirty="0"/>
              <a:t>Facial expressions:</a:t>
            </a:r>
            <a:r>
              <a:rPr lang="en-US" dirty="0"/>
              <a:t> Both smiling and looking at each other , friendly and engaged interaction.</a:t>
            </a:r>
            <a:br>
              <a:rPr lang="en-US" dirty="0"/>
            </a:br>
            <a:r>
              <a:rPr lang="en-US" b="1" dirty="0"/>
              <a:t>Eyes:</a:t>
            </a:r>
            <a:r>
              <a:rPr lang="en-US" dirty="0"/>
              <a:t> Focused on each other despite the movie environment ,shows attention and connection.</a:t>
            </a:r>
            <a:br>
              <a:rPr lang="en-US" dirty="0"/>
            </a:br>
            <a:r>
              <a:rPr lang="en-US" b="1" dirty="0"/>
              <a:t>Head:</a:t>
            </a:r>
            <a:r>
              <a:rPr lang="en-US" dirty="0"/>
              <a:t> Slightly leaned toward one another ,interest and closeness.</a:t>
            </a:r>
            <a:br>
              <a:rPr lang="en-US" dirty="0"/>
            </a:br>
            <a:r>
              <a:rPr lang="en-US" b="1" dirty="0"/>
              <a:t>Arms:</a:t>
            </a:r>
            <a:r>
              <a:rPr lang="en-US" dirty="0"/>
              <a:t> Relaxed, holding popcorn ,casual body language.</a:t>
            </a:r>
            <a:br>
              <a:rPr lang="en-US" dirty="0"/>
            </a:br>
            <a:r>
              <a:rPr lang="en-US" b="1" dirty="0"/>
              <a:t>Posture &amp; seating:</a:t>
            </a:r>
            <a:r>
              <a:rPr lang="en-US" dirty="0"/>
              <a:t> Sitting side by side in a relaxed setting, informal, friendly interpersonal communication.</a:t>
            </a:r>
            <a:endParaRPr lang="en-US" sz="1400" dirty="0"/>
          </a:p>
        </p:txBody>
      </p:sp>
    </p:spTree>
    <p:extLst>
      <p:ext uri="{337E8142-5F78-4813-8E16-3B43B222013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8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6"/>
                                        </p:tgtEl>
                                        <p:attrNameLst>
                                          <p:attrName>style.visibility</p:attrName>
                                        </p:attrNameLst>
                                      </p:cBhvr>
                                      <p:to>
                                        <p:strVal val="visible"/>
                                      </p:to>
                                    </p:set>
                                    <p:anim calcmode="lin" valueType="num">
                                      <p:cBhvr>
                                        <p:cTn id="7" dur="1000">
                                          <p:stCondLst>
                                            <p:cond delay="0"/>
                                          </p:stCondLst>
                                        </p:cTn>
                                        <p:tgtEl>
                                          <p:spTgt spid="6"/>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6"/>
                                        </p:tgtEl>
                                        <p:attrNameLst>
                                          <p:attrName>ppt_h</p:attrName>
                                        </p:attrNameLst>
                                      </p:cBhvr>
                                      <p:tavLst>
                                        <p:tav tm="0">
                                          <p:val>
                                            <p:strVal val="0"/>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2000" fill="hold">
                                          <p:stCondLst>
                                            <p:cond delay="0"/>
                                          </p:stCondLst>
                                        </p:cTn>
                                        <p:tgtEl>
                                          <p:spTgt spid="10"/>
                                        </p:tgtEl>
                                        <p:attrNameLst>
                                          <p:attrName>style.visibility</p:attrName>
                                        </p:attrNameLst>
                                      </p:cBhvr>
                                      <p:to>
                                        <p:strVal val="visible"/>
                                      </p:to>
                                    </p:set>
                                    <p:anim calcmode="lin" valueType="num">
                                      <p:cBhvr>
                                        <p:cTn id="14" dur="2000">
                                          <p:stCondLst>
                                            <p:cond delay="0"/>
                                          </p:stCondLst>
                                        </p:cTn>
                                        <p:tgtEl>
                                          <p:spTgt spid="10"/>
                                        </p:tgtEl>
                                        <p:attrNameLst>
                                          <p:attrName>ppt_w</p:attrName>
                                        </p:attrNameLst>
                                      </p:cBhvr>
                                      <p:tavLst>
                                        <p:tav tm="0">
                                          <p:val>
                                            <p:strVal val="0"/>
                                          </p:val>
                                        </p:tav>
                                        <p:tav tm="100000">
                                          <p:val>
                                            <p:strVal val="#ppt_w"/>
                                          </p:val>
                                        </p:tav>
                                      </p:tavLst>
                                    </p:anim>
                                    <p:anim calcmode="lin" valueType="num">
                                      <p:cBhvr>
                                        <p:cTn id="15" dur="2000">
                                          <p:stCondLst>
                                            <p:cond delay="0"/>
                                          </p:stCondLst>
                                        </p:cTn>
                                        <p:tgtEl>
                                          <p:spTgt spid="10"/>
                                        </p:tgtEl>
                                        <p:attrNameLst>
                                          <p:attrName>ppt_h</p:attrName>
                                        </p:attrNameLst>
                                      </p:cBhvr>
                                      <p:tavLst>
                                        <p:tav tm="0">
                                          <p:val>
                                            <p:strVal val="0"/>
                                          </p:val>
                                        </p:tav>
                                        <p:tav tm="100000">
                                          <p:val>
                                            <p:strVal val="#ppt_h"/>
                                          </p:val>
                                        </p:tav>
                                      </p:tavLst>
                                    </p:anim>
                                    <p:animEffect transition="in" filter="fade">
                                      <p:cBhvr>
                                        <p:cTn id="16" dur="2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000" fill="hold">
                                          <p:stCondLst>
                                            <p:cond delay="0"/>
                                          </p:stCondLst>
                                        </p:cTn>
                                        <p:tgtEl>
                                          <p:spTgt spid="11"/>
                                        </p:tgtEl>
                                        <p:attrNameLst>
                                          <p:attrName>style.visibility</p:attrName>
                                        </p:attrNameLst>
                                      </p:cBhvr>
                                      <p:to>
                                        <p:strVal val="visible"/>
                                      </p:to>
                                    </p:set>
                                    <p:anim calcmode="lin" valueType="num">
                                      <p:cBhvr>
                                        <p:cTn id="21" dur="1000">
                                          <p:stCondLst>
                                            <p:cond delay="0"/>
                                          </p:stCondLst>
                                        </p:cTn>
                                        <p:tgtEl>
                                          <p:spTgt spid="11"/>
                                        </p:tgtEl>
                                        <p:attrNameLst>
                                          <p:attrName>ppt_w</p:attrName>
                                        </p:attrNameLst>
                                      </p:cBhvr>
                                      <p:tavLst>
                                        <p:tav tm="0">
                                          <p:val>
                                            <p:strVal val="0"/>
                                          </p:val>
                                        </p:tav>
                                        <p:tav tm="100000">
                                          <p:val>
                                            <p:strVal val="#ppt_w"/>
                                          </p:val>
                                        </p:tav>
                                      </p:tavLst>
                                    </p:anim>
                                    <p:anim calcmode="lin" valueType="num">
                                      <p:cBhvr>
                                        <p:cTn id="22" dur="1000">
                                          <p:stCondLst>
                                            <p:cond delay="0"/>
                                          </p:stCondLst>
                                        </p:cTn>
                                        <p:tgtEl>
                                          <p:spTgt spid="11"/>
                                        </p:tgtEl>
                                        <p:attrNameLst>
                                          <p:attrName>ppt_h</p:attrName>
                                        </p:attrNameLst>
                                      </p:cBhvr>
                                      <p:tavLst>
                                        <p:tav tm="0">
                                          <p:val>
                                            <p:strVal val="0"/>
                                          </p:val>
                                        </p:tav>
                                        <p:tav tm="100000">
                                          <p:val>
                                            <p:strVal val="#ppt_h"/>
                                          </p:val>
                                        </p:tav>
                                      </p:tavLst>
                                    </p:anim>
                                    <p:animEffect transition="in" filter="fade">
                                      <p:cBhvr>
                                        <p:cTn id="23"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nimBg="1"/>
      <p:bldP spid="1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ستطيل 5">
            <a:extLst>
              <a:ext uri="{DBFC01B8-8EF7-4975-B550-ED6034AED1F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44B4A0-6143-4B9A-8509-041EEE6D3322}"/>
              </a:ext>
            </a:extLst>
          </p:cNvPr>
          <p:cNvSpPr/>
          <p:nvPr/>
        </p:nvSpPr>
        <p:spPr>
          <a:xfrm>
            <a:off x="6467246" y="9"/>
            <a:ext cx="2676753" cy="5143490"/>
          </a:xfrm>
          <a:prstGeom prst="rect">
            <a:avLst/>
          </a:prstGeom>
          <a:solidFill>
            <a:schemeClr val="tx2"/>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3" name="مربع نص 6">
            <a:extLst>
              <a:ext uri="{08AF95C9-B3E6-425E-82E2-1145B900CED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F0955E8-679E-40F7-A5CB-8F96371B0E07}"/>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4" name="مربع نص 8">
            <a:extLst>
              <a:ext uri="{84E2995B-9CB7-471E-B5A9-54E46CD7FF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66EAB03-5EA8-4351-838B-AFEDB5432482}"/>
              </a:ext>
            </a:extLst>
          </p:cNvPr>
          <p:cNvSpPr txBox="1"/>
          <p:nvPr/>
        </p:nvSpPr>
        <p:spPr>
          <a:xfrm>
            <a:off x="6496278" y="426291"/>
            <a:ext cx="3144964" cy="2229126"/>
          </a:xfrm>
          <a:prstGeom prst="rect">
            <a:avLst/>
          </a:prstGeom>
        </p:spPr>
        <p:txBody>
          <a:bodyPr lIns="95250" tIns="47625" rIns="95250" bIns="47625" rtlCol="0">
            <a:noAutofit/>
          </a:bodyPr>
          <a:lstStyle/>
          <a:p>
            <a:pPr>
              <a:defRPr lang="en-US" sz="1400" dirty="0"/>
            </a:pPr>
            <a:endParaRPr lang="en-US" sz="3600" b="1" dirty="0">
              <a:latin typeface="Arvo"/>
            </a:endParaRPr>
          </a:p>
        </p:txBody>
      </p:sp>
      <p:sp>
        <p:nvSpPr>
          <p:cNvPr id="5" name="مربع نص 4">
            <a:extLst>
              <a:ext uri="{3083AA7D-F743-4B69-A1E5-8E3CB92132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7DF45B2-592B-4F80-A7D3-4417FF332370}"/>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6" name="مستطيل 7">
            <a:extLst>
              <a:ext uri="{4B7DD488-3FFE-43B5-9D71-1DED38C60B4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F60ECF-2E98-460A-8D41-03B1404F9F7A}"/>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5A801E40-2CC6-4DFB-82DA-40BFA258B7B5}" type="slidenum">
              <a:t>12</a:t>
            </a:fld>
            <a:endParaRPr lang="en-US" sz="1600" b="1" dirty="0">
              <a:latin typeface="+mj-lt"/>
            </a:endParaRPr>
          </a:p>
        </p:txBody>
      </p:sp>
      <p:sp>
        <p:nvSpPr>
          <p:cNvPr id="7" name="مربع نص 8">
            <a:extLst>
              <a:ext uri="{FF2B5EF4-FFF2-40B4-BE49-F238E27FC236}">
                <a16:creationId xmlns:a16="http://schemas.microsoft.com/office/drawing/2014/main" id="{7BF21ACA-4E9D-1B9D-8E8C-5D43D3727BB5}"/>
              </a:ext>
              <a:ext uri="{91CC0244-79C3-4EF6-98C1-0F57F09C991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5649C2-21A6-4AB7-8342-8162B8FCCFCC}"/>
              </a:ext>
            </a:extLst>
          </p:cNvPr>
          <p:cNvSpPr txBox="1"/>
          <p:nvPr/>
        </p:nvSpPr>
        <p:spPr>
          <a:xfrm>
            <a:off x="6496278" y="426290"/>
            <a:ext cx="2419122" cy="3288460"/>
          </a:xfrm>
          <a:prstGeom prst="rect">
            <a:avLst/>
          </a:prstGeom>
        </p:spPr>
        <p:txBody>
          <a:bodyPr lIns="95250" tIns="47625" rIns="95250" bIns="47625" rtlCol="0">
            <a:noAutofit/>
          </a:bodyPr>
          <a:lstStyle/>
          <a:p>
            <a:r>
              <a:rPr lang="en-US" sz="2800" b="1" dirty="0">
                <a:latin typeface="Arvo"/>
              </a:rPr>
              <a:t>Friends Sharing Laughter During a Casual Conversation at Home</a:t>
            </a:r>
          </a:p>
        </p:txBody>
      </p:sp>
      <p:pic>
        <p:nvPicPr>
          <p:cNvPr id="8" name="الصورة 9">
            <a:hlinkClick r:id="" action="ppaction://hlinkshowjump?jump=nextslide"/>
            <a:extLst>
              <a:ext uri="{FF2B5EF4-FFF2-40B4-BE49-F238E27FC236}">
                <a16:creationId xmlns:a16="http://schemas.microsoft.com/office/drawing/2014/main" id="{5DFD3C2E-8B3F-C9D3-C977-AA90A1BDA342}"/>
              </a:ex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a:extLst>
              <a:ext uri="{28A0092B-C50C-407E-A947-70E740481C1C}">
                <a14:useLocalDpi xmlns:a14="http://schemas.microsoft.com/office/drawing/2010/main" val="0"/>
              </a:ext>
            </a:extLst>
          </a:blip>
          <a:srcRect l="7406" r="7406"/>
          <a:stretch/>
        </p:blipFill>
        <p:spPr>
          <a:xfrm>
            <a:off x="3093553" y="796775"/>
            <a:ext cx="2956894" cy="2362199"/>
          </a:xfrm>
          <a:prstGeom prst="rect">
            <a:avLst/>
          </a:prstGeom>
          <a:noFill/>
          <a:ln w="19050" cap="flat">
            <a:solidFill>
              <a:srgbClr val="000000">
                <a:alpha val="100000"/>
              </a:srgbClr>
            </a:solidFill>
            <a:prstDash val="solid"/>
            <a:round/>
          </a:ln>
          <a:effectLst>
            <a:outerShdw blurRad="50800" dir="2700000">
              <a:srgbClr val="5B5B5B">
                <a:alpha val="39999"/>
              </a:srgbClr>
            </a:outerShdw>
          </a:effectLst>
        </p:spPr>
      </p:pic>
      <p:sp>
        <p:nvSpPr>
          <p:cNvPr id="9" name="مربع نص 10">
            <a:extLst>
              <a:ext uri="{FF2B5EF4-FFF2-40B4-BE49-F238E27FC236}">
                <a16:creationId xmlns:a16="http://schemas.microsoft.com/office/drawing/2014/main" id="{917281FA-0955-C97A-261E-E8B8604F10DC}"/>
              </a:ext>
              <a:ext uri="{F4027A67-E0CD-4953-BD09-72488355ED4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C2D32C-340B-48CC-9C1C-74F20F7B4C59}"/>
              </a:ext>
            </a:extLst>
          </p:cNvPr>
          <p:cNvSpPr txBox="1"/>
          <p:nvPr/>
        </p:nvSpPr>
        <p:spPr>
          <a:xfrm>
            <a:off x="171935" y="391780"/>
            <a:ext cx="2504820" cy="3543278"/>
          </a:xfrm>
          <a:prstGeom prst="rect">
            <a:avLst/>
          </a:prstGeom>
        </p:spPr>
        <p:txBody>
          <a:bodyPr wrap="square" lIns="95250" tIns="47625" rIns="95250" bIns="47625" rtlCol="0" anchor="t">
            <a:spAutoFit/>
          </a:bodyPr>
          <a:lstStyle/>
          <a:p>
            <a:pPr>
              <a:defRPr lang="en-US" sz="1400" dirty="0"/>
            </a:pPr>
            <a:r>
              <a:rPr lang="en-US" b="1" dirty="0"/>
              <a:t>Facial expressions:</a:t>
            </a:r>
            <a:r>
              <a:rPr lang="en-US" dirty="0"/>
              <a:t> All smiling and laughing ,joy and openness in interaction.</a:t>
            </a:r>
            <a:br>
              <a:rPr lang="en-US" dirty="0"/>
            </a:br>
            <a:r>
              <a:rPr lang="en-US" b="1" dirty="0"/>
              <a:t>Eyes:</a:t>
            </a:r>
            <a:r>
              <a:rPr lang="en-US" dirty="0"/>
              <a:t> Focused on each other ,active listening and connection.</a:t>
            </a:r>
            <a:br>
              <a:rPr lang="en-US" dirty="0"/>
            </a:br>
            <a:r>
              <a:rPr lang="en-US" b="1" dirty="0"/>
              <a:t>Head:</a:t>
            </a:r>
            <a:r>
              <a:rPr lang="en-US" dirty="0"/>
              <a:t> Tilted slightly toward one another ,engagement and interest.</a:t>
            </a:r>
            <a:br>
              <a:rPr lang="en-US" dirty="0"/>
            </a:br>
            <a:r>
              <a:rPr lang="en-US" b="1" dirty="0"/>
              <a:t>Arms:</a:t>
            </a:r>
            <a:r>
              <a:rPr lang="en-US" dirty="0"/>
              <a:t> Animated gestures and open hands, expressive, friendly communication.</a:t>
            </a:r>
            <a:br>
              <a:rPr lang="en-US" dirty="0"/>
            </a:br>
            <a:r>
              <a:rPr lang="en-US" b="1" dirty="0"/>
              <a:t>Posture &amp; seating:</a:t>
            </a:r>
            <a:r>
              <a:rPr lang="en-US" dirty="0"/>
              <a:t> Relaxed and comfortable on a couch ,informal setting reflecting close interpersonal bonds.</a:t>
            </a:r>
            <a:endParaRPr lang="en-US" dirty="0">
              <a:latin typeface="Lato"/>
            </a:endParaRPr>
          </a:p>
        </p:txBody>
      </p:sp>
    </p:spTree>
    <p:extLst>
      <p:ext uri="{E29FFB0E-0B5A-4CF3-BEC7-7D46B06A809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8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2000" fill="hold">
                                          <p:stCondLst>
                                            <p:cond delay="0"/>
                                          </p:stCondLst>
                                        </p:cTn>
                                        <p:tgtEl>
                                          <p:spTgt spid="8"/>
                                        </p:tgtEl>
                                        <p:attrNameLst>
                                          <p:attrName>style.visibility</p:attrName>
                                        </p:attrNameLst>
                                      </p:cBhvr>
                                      <p:to>
                                        <p:strVal val="visible"/>
                                      </p:to>
                                    </p:set>
                                    <p:anim calcmode="lin" valueType="num">
                                      <p:cBhvr>
                                        <p:cTn id="7" dur="2000">
                                          <p:stCondLst>
                                            <p:cond delay="0"/>
                                          </p:stCondLst>
                                        </p:cTn>
                                        <p:tgtEl>
                                          <p:spTgt spid="8"/>
                                        </p:tgtEl>
                                        <p:attrNameLst>
                                          <p:attrName>ppt_w</p:attrName>
                                        </p:attrNameLst>
                                      </p:cBhvr>
                                      <p:tavLst>
                                        <p:tav tm="0">
                                          <p:val>
                                            <p:strVal val="0"/>
                                          </p:val>
                                        </p:tav>
                                        <p:tav tm="100000">
                                          <p:val>
                                            <p:strVal val="#ppt_w"/>
                                          </p:val>
                                        </p:tav>
                                      </p:tavLst>
                                    </p:anim>
                                    <p:anim calcmode="lin" valueType="num">
                                      <p:cBhvr>
                                        <p:cTn id="8" dur="2000">
                                          <p:stCondLst>
                                            <p:cond delay="0"/>
                                          </p:stCondLst>
                                        </p:cTn>
                                        <p:tgtEl>
                                          <p:spTgt spid="8"/>
                                        </p:tgtEl>
                                        <p:attrNameLst>
                                          <p:attrName>ppt_h</p:attrName>
                                        </p:attrNameLst>
                                      </p:cBhvr>
                                      <p:tavLst>
                                        <p:tav tm="0">
                                          <p:val>
                                            <p:strVal val="0"/>
                                          </p:val>
                                        </p:tav>
                                        <p:tav tm="100000">
                                          <p:val>
                                            <p:strVal val="#ppt_h"/>
                                          </p:val>
                                        </p:tav>
                                      </p:tavLst>
                                    </p:anim>
                                    <p:animEffect transition="in" filter="fade">
                                      <p:cBhvr>
                                        <p:cTn id="9" dur="2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000" fill="hold">
                                          <p:stCondLst>
                                            <p:cond delay="0"/>
                                          </p:stCondLst>
                                        </p:cTn>
                                        <p:tgtEl>
                                          <p:spTgt spid="9"/>
                                        </p:tgtEl>
                                        <p:attrNameLst>
                                          <p:attrName>style.visibility</p:attrName>
                                        </p:attrNameLst>
                                      </p:cBhvr>
                                      <p:to>
                                        <p:strVal val="visible"/>
                                      </p:to>
                                    </p:set>
                                    <p:anim calcmode="lin" valueType="num">
                                      <p:cBhvr>
                                        <p:cTn id="14" dur="1000">
                                          <p:stCondLst>
                                            <p:cond delay="0"/>
                                          </p:stCondLst>
                                        </p:cTn>
                                        <p:tgtEl>
                                          <p:spTgt spid="9"/>
                                        </p:tgtEl>
                                        <p:attrNameLst>
                                          <p:attrName>ppt_w</p:attrName>
                                        </p:attrNameLst>
                                      </p:cBhvr>
                                      <p:tavLst>
                                        <p:tav tm="0">
                                          <p:val>
                                            <p:strVal val="0"/>
                                          </p:val>
                                        </p:tav>
                                        <p:tav tm="100000">
                                          <p:val>
                                            <p:strVal val="#ppt_w"/>
                                          </p:val>
                                        </p:tav>
                                      </p:tavLst>
                                    </p:anim>
                                    <p:anim calcmode="lin" valueType="num">
                                      <p:cBhvr>
                                        <p:cTn id="15" dur="1000">
                                          <p:stCondLst>
                                            <p:cond delay="0"/>
                                          </p:stCondLst>
                                        </p:cTn>
                                        <p:tgtEl>
                                          <p:spTgt spid="9"/>
                                        </p:tgtEl>
                                        <p:attrNameLst>
                                          <p:attrName>ppt_h</p:attrName>
                                        </p:attrNameLst>
                                      </p:cBhvr>
                                      <p:tavLst>
                                        <p:tav tm="0">
                                          <p:val>
                                            <p:strVal val="0"/>
                                          </p:val>
                                        </p:tav>
                                        <p:tav tm="100000">
                                          <p:val>
                                            <p:strVal val="#ppt_h"/>
                                          </p:val>
                                        </p:tav>
                                      </p:tavLst>
                                    </p:anim>
                                    <p:animEffect transition="in" filter="fade">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name="slide2">
    <p:spTree>
      <p:nvGrpSpPr>
        <p:cNvPr id="1" name=""/>
        <p:cNvGrpSpPr/>
        <p:nvPr/>
      </p:nvGrpSpPr>
      <p:grpSpPr>
        <a:xfrm>
          <a:off x="0" y="0"/>
          <a:ext cx="0" cy="0"/>
          <a:chOff x="0" y="0"/>
          <a:chExt cx="0" cy="0"/>
        </a:xfrm>
      </p:grpSpPr>
      <p:sp>
        <p:nvSpPr>
          <p:cNvPr id="2" name="مربع نص 6">
            <a:extLst>
              <a:ext uri="{E7FCA982-3628-4BB4-85B0-A8534A53256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4F3D2F4-3A29-4DFF-9737-93C3279B535C}"/>
              </a:ext>
            </a:extLst>
          </p:cNvPr>
          <p:cNvSpPr txBox="1"/>
          <p:nvPr/>
        </p:nvSpPr>
        <p:spPr>
          <a:xfrm>
            <a:off x="1081706" y="634879"/>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3" name="مربع نص 8">
            <a:extLst>
              <a:ext uri="{2793AC1D-FD57-4789-B767-D9A4586E12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5D9749-856C-40A9-9448-A761EA1A5EA2}"/>
              </a:ext>
            </a:extLst>
          </p:cNvPr>
          <p:cNvSpPr txBox="1"/>
          <p:nvPr/>
        </p:nvSpPr>
        <p:spPr>
          <a:xfrm>
            <a:off x="676189" y="375294"/>
            <a:ext cx="6390541" cy="2229126"/>
          </a:xfrm>
          <a:prstGeom prst="rect">
            <a:avLst/>
          </a:prstGeom>
        </p:spPr>
        <p:txBody>
          <a:bodyPr lIns="95250" tIns="47625" rIns="95250" bIns="47625" rtlCol="0">
            <a:noAutofit/>
          </a:bodyPr>
          <a:lstStyle/>
          <a:p>
            <a:pPr>
              <a:defRPr lang="en-US" sz="1400" dirty="0"/>
            </a:pPr>
            <a:endParaRPr lang="en-US" sz="3600" b="1" dirty="0">
              <a:solidFill>
                <a:schemeClr val="tx1"/>
              </a:solidFill>
              <a:latin typeface="Arvo"/>
            </a:endParaRPr>
          </a:p>
        </p:txBody>
      </p:sp>
      <p:sp>
        <p:nvSpPr>
          <p:cNvPr id="4" name="مربع نص 4">
            <a:extLst>
              <a:ext uri="{91E18289-A441-4EE0-9027-0D946FD128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BC4397-81CD-487A-A0FE-031D8724F6FF}"/>
              </a:ext>
            </a:extLst>
          </p:cNvPr>
          <p:cNvSpPr txBox="1"/>
          <p:nvPr/>
        </p:nvSpPr>
        <p:spPr>
          <a:xfrm>
            <a:off x="8678133" y="4724647"/>
            <a:ext cx="1905000" cy="323792"/>
          </a:xfrm>
          <a:prstGeom prst="rect">
            <a:avLst/>
          </a:prstGeom>
        </p:spPr>
        <p:txBody>
          <a:bodyPr lIns="95250" tIns="47625" rIns="95250" bIns="47625" rtlCol="0" anchor="ctr">
            <a:spAutoFit/>
          </a:bodyPr>
          <a:lstStyle/>
          <a:p>
            <a:pPr>
              <a:defRPr lang="en-US" sz="1500" dirty="0"/>
            </a:pPr>
            <a:endParaRPr lang="en-US" b="1" dirty="0"/>
          </a:p>
        </p:txBody>
      </p:sp>
      <p:sp>
        <p:nvSpPr>
          <p:cNvPr id="5" name="مستطيل 7">
            <a:extLst>
              <a:ext uri="{B2EC04C2-7517-4A71-848A-6211BE308C5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04CFDE-3081-4499-81E1-A7A8402395AF}"/>
              </a:ext>
            </a:extLst>
          </p:cNvPr>
          <p:cNvSpPr txBox="1">
            <a:spLocks noGrp="1"/>
          </p:cNvSpPr>
          <p:nvPr/>
        </p:nvSpPr>
        <p:spPr>
          <a:xfrm>
            <a:off x="8530981" y="4857769"/>
            <a:ext cx="613018" cy="285750"/>
          </a:xfrm>
          <a:prstGeom prst="rect">
            <a:avLst/>
          </a:prstGeom>
        </p:spPr>
        <p:txBody>
          <a:bodyPr lIns="91440" tIns="45720" rIns="91440" bIns="45720" rtlCol="0" anchor="ctr"/>
          <a:lstStyle>
            <a:lvl1pPr lvl="0" algn="r">
              <a:defRPr lang="en-US" sz="1200" b="0" i="0" dirty="0">
                <a:solidFill>
                  <a:schemeClr val="tx1"/>
                </a:solidFill>
                <a:latin typeface="+mn-lt"/>
              </a:defRPr>
            </a:lvl1pPr>
          </a:lstStyle>
          <a:p>
            <a:fld id="{EC521AA9-3134-4D14-B975-45FBC028DB0E}" type="slidenum">
              <a:t>13</a:t>
            </a:fld>
            <a:endParaRPr lang="en-US" sz="1600" b="1" dirty="0">
              <a:latin typeface="+mj-lt"/>
            </a:endParaRPr>
          </a:p>
        </p:txBody>
      </p:sp>
      <p:sp>
        <p:nvSpPr>
          <p:cNvPr id="6" name="مربع نص 10">
            <a:extLst>
              <a:ext uri="{5FE427AE-5997-47FD-8706-59C6D0BC237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ADC588-4738-4E28-9220-8D5AAD998B21}"/>
              </a:ext>
            </a:extLst>
          </p:cNvPr>
          <p:cNvSpPr txBox="1"/>
          <p:nvPr/>
        </p:nvSpPr>
        <p:spPr>
          <a:xfrm>
            <a:off x="325612" y="1886912"/>
            <a:ext cx="2394889" cy="278082"/>
          </a:xfrm>
          <a:prstGeom prst="rect">
            <a:avLst/>
          </a:prstGeom>
        </p:spPr>
        <p:txBody>
          <a:bodyPr lIns="95250" tIns="47625" rIns="95250" bIns="47625" rtlCol="0" anchor="t">
            <a:spAutoFit/>
          </a:bodyPr>
          <a:lstStyle/>
          <a:p>
            <a:pPr>
              <a:defRPr lang="en-US" sz="1400" dirty="0"/>
            </a:pPr>
            <a:endParaRPr lang="en-US" sz="1200" b="1" dirty="0">
              <a:latin typeface="Lato"/>
            </a:endParaRPr>
          </a:p>
        </p:txBody>
      </p:sp>
      <p:sp>
        <p:nvSpPr>
          <p:cNvPr id="7" name="مستطيل 5">
            <a:extLst>
              <a:ext uri="{C3A009C8-C021-46EE-B94A-FE9678CBB91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EB3D8F-B25A-4FA0-A2CD-8D1BEF545EAA}"/>
              </a:ext>
            </a:extLst>
          </p:cNvPr>
          <p:cNvSpPr/>
          <p:nvPr/>
        </p:nvSpPr>
        <p:spPr>
          <a:xfrm>
            <a:off x="28" y="-361"/>
            <a:ext cx="9143952" cy="1191272"/>
          </a:xfrm>
          <a:prstGeom prst="rect">
            <a:avLst/>
          </a:prstGeom>
          <a:solidFill>
            <a:schemeClr val="tx2"/>
          </a:solidFill>
          <a:ln w="9525" cap="flat">
            <a:noFill/>
            <a:prstDash val="solid"/>
            <a:miter lim="800000"/>
          </a:ln>
          <a:effectLst/>
        </p:spPr>
        <p:style>
          <a:lnRef idx="2">
            <a:schemeClr val="accent1">
              <a:shade val="50000"/>
            </a:schemeClr>
          </a:lnRef>
          <a:fillRef idx="1">
            <a:schemeClr val="accent1"/>
          </a:fillRef>
          <a:effectRef idx="0">
            <a:schemeClr val="accent1"/>
          </a:effectRef>
          <a:fontRef idx="minor">
            <a:srgbClr val="FFFFFF"/>
          </a:fontRef>
        </p:style>
        <p:txBody>
          <a:bodyPr rtlCol="0" anchor="ctr">
            <a:noAutofit/>
          </a:bodyPr>
          <a:lstStyle/>
          <a:p>
            <a:pPr algn="ctr"/>
            <a:endParaRPr lang="en-US" dirty="0"/>
          </a:p>
        </p:txBody>
      </p:sp>
      <p:sp>
        <p:nvSpPr>
          <p:cNvPr id="8" name="مربع نص 11">
            <a:extLst>
              <a:ext uri="{909A51DD-71CC-4135-A938-4D972577E4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E1B6AC1-C6C1-4E8F-864F-32E1BD948C19}"/>
              </a:ext>
            </a:extLst>
          </p:cNvPr>
          <p:cNvSpPr txBox="1"/>
          <p:nvPr/>
        </p:nvSpPr>
        <p:spPr>
          <a:xfrm>
            <a:off x="325612" y="0"/>
            <a:ext cx="6181562" cy="643756"/>
          </a:xfrm>
          <a:prstGeom prst="rect">
            <a:avLst/>
          </a:prstGeom>
        </p:spPr>
        <p:txBody>
          <a:bodyPr lIns="95250" tIns="47625" rIns="95250" bIns="47625" rtlCol="0" anchor="t">
            <a:spAutoFit/>
          </a:bodyPr>
          <a:lstStyle/>
          <a:p>
            <a:pPr algn="l" rtl="0">
              <a:lnSpc>
                <a:spcPct val="100000"/>
              </a:lnSpc>
              <a:spcBef>
                <a:spcPts val="0"/>
              </a:spcBef>
              <a:spcAft>
                <a:spcPts val="0"/>
              </a:spcAft>
              <a:defRPr lang="en-US" sz="1400" dirty="0"/>
            </a:pPr>
            <a:endParaRPr lang="en-US" sz="3600" b="1" dirty="0">
              <a:solidFill>
                <a:schemeClr val="tx1"/>
              </a:solidFill>
              <a:latin typeface="Arvo"/>
            </a:endParaRPr>
          </a:p>
        </p:txBody>
      </p:sp>
      <p:sp>
        <p:nvSpPr>
          <p:cNvPr id="9" name="مربع نص 11">
            <a:extLst>
              <a:ext uri="{FF2B5EF4-FFF2-40B4-BE49-F238E27FC236}">
                <a16:creationId xmlns:a16="http://schemas.microsoft.com/office/drawing/2014/main" id="{9A83964C-19A1-8816-1B7B-02CB9DBDBE53}"/>
              </a:ext>
              <a:ext uri="{5C67514F-BB67-438D-88C1-D9DFB5F0AE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E78C28-74FC-49FC-AC06-24382A514EF5}"/>
              </a:ext>
            </a:extLst>
          </p:cNvPr>
          <p:cNvSpPr txBox="1"/>
          <p:nvPr/>
        </p:nvSpPr>
        <p:spPr>
          <a:xfrm>
            <a:off x="353812" y="71666"/>
            <a:ext cx="6913388" cy="957955"/>
          </a:xfrm>
          <a:prstGeom prst="rect">
            <a:avLst/>
          </a:prstGeom>
        </p:spPr>
        <p:txBody>
          <a:bodyPr wrap="square" lIns="95250" tIns="47625" rIns="95250" bIns="47625" rtlCol="0" anchor="t">
            <a:spAutoFit/>
          </a:bodyPr>
          <a:lstStyle/>
          <a:p>
            <a:pPr algn="l" rtl="0">
              <a:lnSpc>
                <a:spcPct val="100000"/>
              </a:lnSpc>
              <a:spcBef>
                <a:spcPts val="0"/>
              </a:spcBef>
              <a:spcAft>
                <a:spcPts val="0"/>
              </a:spcAft>
              <a:defRPr lang="en-US" sz="1400" dirty="0"/>
            </a:pPr>
            <a:r>
              <a:rPr lang="en-US" sz="2800" b="1" dirty="0">
                <a:latin typeface="Arvo"/>
              </a:rPr>
              <a:t>Two Friends Video Calling Their Friend in Another Country</a:t>
            </a:r>
          </a:p>
        </p:txBody>
      </p:sp>
      <p:pic>
        <p:nvPicPr>
          <p:cNvPr id="10" name="الصورة 9">
            <a:hlinkClick r:id="" action="ppaction://hlinkshowjump?jump=nextslide"/>
            <a:extLst>
              <a:ext uri="{FF2B5EF4-FFF2-40B4-BE49-F238E27FC236}">
                <a16:creationId xmlns:a16="http://schemas.microsoft.com/office/drawing/2014/main" id="{F8E434A2-6B05-CAE6-44F8-0F05A41AFEFF}"/>
              </a:ext>
              <a:ext uri="{2C02E67E-05F6-4318-8233-818D1E23DC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5150E6-8494-468E-AB62-73C7A4A51C10}"/>
              </a:ext>
            </a:extLst>
          </p:cNvPr>
          <p:cNvPicPr>
            <a:picLocks noChangeAspect="1"/>
          </p:cNvPicPr>
          <p:nvPr/>
        </p:nvPicPr>
        <p:blipFill>
          <a:blip r:embed="rId2">
            <a:extLst>
              <a:ext uri="{28A0092B-C50C-407E-A947-70E740481C1C}">
                <a14:useLocalDpi xmlns:a14="http://schemas.microsoft.com/office/drawing/2010/main" val="0"/>
              </a:ext>
            </a:extLst>
          </a:blip>
          <a:srcRect t="8486" b="8486"/>
          <a:stretch/>
        </p:blipFill>
        <p:spPr>
          <a:xfrm>
            <a:off x="3871459" y="1844224"/>
            <a:ext cx="4488837" cy="2487739"/>
          </a:xfrm>
          <a:prstGeom prst="rect">
            <a:avLst/>
          </a:prstGeom>
          <a:noFill/>
          <a:ln w="19050" cap="flat">
            <a:solidFill>
              <a:srgbClr val="000000">
                <a:alpha val="100000"/>
              </a:srgbClr>
            </a:solidFill>
            <a:prstDash val="solid"/>
            <a:round/>
          </a:ln>
          <a:effectLst>
            <a:outerShdw blurRad="50800" dir="2700000">
              <a:srgbClr val="5B5B5B">
                <a:alpha val="39999"/>
              </a:srgbClr>
            </a:outerShdw>
          </a:effectLst>
        </p:spPr>
      </p:pic>
      <p:sp>
        <p:nvSpPr>
          <p:cNvPr id="11" name="مربع نص 10">
            <a:extLst>
              <a:ext uri="{FF2B5EF4-FFF2-40B4-BE49-F238E27FC236}">
                <a16:creationId xmlns:a16="http://schemas.microsoft.com/office/drawing/2014/main" id="{52F8D34A-25CD-26FE-D4B1-58ED7ACFAA15}"/>
              </a:ext>
              <a:ext uri="{84C85380-BD93-4972-ADBB-1A7159EE19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196C4B-A35D-462A-B126-4E0E9DF4E01F}"/>
              </a:ext>
            </a:extLst>
          </p:cNvPr>
          <p:cNvSpPr txBox="1"/>
          <p:nvPr/>
        </p:nvSpPr>
        <p:spPr>
          <a:xfrm>
            <a:off x="211664" y="1299962"/>
            <a:ext cx="2775042" cy="3758721"/>
          </a:xfrm>
          <a:prstGeom prst="rect">
            <a:avLst/>
          </a:prstGeom>
        </p:spPr>
        <p:txBody>
          <a:bodyPr wrap="square" lIns="95250" tIns="47625" rIns="95250" bIns="47625" rtlCol="0" anchor="t">
            <a:spAutoFit/>
          </a:bodyPr>
          <a:lstStyle/>
          <a:p>
            <a:pPr>
              <a:defRPr lang="en-US" sz="1400" dirty="0"/>
            </a:pPr>
            <a:r>
              <a:rPr lang="en-US" b="1" dirty="0"/>
              <a:t>Facial expressions:</a:t>
            </a:r>
            <a:r>
              <a:rPr lang="en-US" dirty="0"/>
              <a:t> Both smiling and excited ,joy and affection in reconnecting.</a:t>
            </a:r>
            <a:br>
              <a:rPr lang="en-US" dirty="0"/>
            </a:br>
            <a:r>
              <a:rPr lang="en-US" b="1" dirty="0"/>
              <a:t>Eyes:</a:t>
            </a:r>
            <a:r>
              <a:rPr lang="en-US" dirty="0"/>
              <a:t> Focused on the phone screen ,full attention on their distant friend.</a:t>
            </a:r>
            <a:br>
              <a:rPr lang="en-US" dirty="0"/>
            </a:br>
            <a:r>
              <a:rPr lang="en-US" b="1" dirty="0"/>
              <a:t>Head:</a:t>
            </a:r>
            <a:r>
              <a:rPr lang="en-US" dirty="0"/>
              <a:t> Leaning slightly toward the phone ,active engagement and interest.</a:t>
            </a:r>
            <a:br>
              <a:rPr lang="en-US" dirty="0"/>
            </a:br>
            <a:r>
              <a:rPr lang="en-US" b="1" dirty="0"/>
              <a:t>Arms:</a:t>
            </a:r>
            <a:r>
              <a:rPr lang="en-US" dirty="0"/>
              <a:t> One holding the phone, the other waving ,expressive and welcoming gestures.</a:t>
            </a:r>
            <a:br>
              <a:rPr lang="en-US" dirty="0"/>
            </a:br>
            <a:r>
              <a:rPr lang="en-US" b="1" dirty="0"/>
              <a:t>Posture &amp; seating:</a:t>
            </a:r>
            <a:r>
              <a:rPr lang="en-US" dirty="0"/>
              <a:t> Sitting close together on a couch ,relaxed and warm atmosphere showing interpersonal connection across distance.</a:t>
            </a:r>
            <a:endParaRPr lang="en-US" sz="1400" dirty="0"/>
          </a:p>
        </p:txBody>
      </p:sp>
    </p:spTree>
    <p:extLst>
      <p:ext uri="{02693764-4F80-424A-A38B-07526249EBF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247714328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000" fill="hold">
                                          <p:stCondLst>
                                            <p:cond delay="0"/>
                                          </p:stCondLst>
                                        </p:cTn>
                                        <p:tgtEl>
                                          <p:spTgt spid="6"/>
                                        </p:tgtEl>
                                        <p:attrNameLst>
                                          <p:attrName>style.visibility</p:attrName>
                                        </p:attrNameLst>
                                      </p:cBhvr>
                                      <p:to>
                                        <p:strVal val="visible"/>
                                      </p:to>
                                    </p:set>
                                    <p:anim calcmode="lin" valueType="num">
                                      <p:cBhvr>
                                        <p:cTn id="7" dur="1000">
                                          <p:stCondLst>
                                            <p:cond delay="0"/>
                                          </p:stCondLst>
                                        </p:cTn>
                                        <p:tgtEl>
                                          <p:spTgt spid="6"/>
                                        </p:tgtEl>
                                        <p:attrNameLst>
                                          <p:attrName>ppt_w</p:attrName>
                                        </p:attrNameLst>
                                      </p:cBhvr>
                                      <p:tavLst>
                                        <p:tav tm="0">
                                          <p:val>
                                            <p:strVal val="0"/>
                                          </p:val>
                                        </p:tav>
                                        <p:tav tm="100000">
                                          <p:val>
                                            <p:strVal val="#ppt_w"/>
                                          </p:val>
                                        </p:tav>
                                      </p:tavLst>
                                    </p:anim>
                                    <p:anim calcmode="lin" valueType="num">
                                      <p:cBhvr>
                                        <p:cTn id="8" dur="1000">
                                          <p:stCondLst>
                                            <p:cond delay="0"/>
                                          </p:stCondLst>
                                        </p:cTn>
                                        <p:tgtEl>
                                          <p:spTgt spid="6"/>
                                        </p:tgtEl>
                                        <p:attrNameLst>
                                          <p:attrName>ppt_h</p:attrName>
                                        </p:attrNameLst>
                                      </p:cBhvr>
                                      <p:tavLst>
                                        <p:tav tm="0">
                                          <p:val>
                                            <p:strVal val="0"/>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2000" fill="hold">
                                          <p:stCondLst>
                                            <p:cond delay="0"/>
                                          </p:stCondLst>
                                        </p:cTn>
                                        <p:tgtEl>
                                          <p:spTgt spid="10"/>
                                        </p:tgtEl>
                                        <p:attrNameLst>
                                          <p:attrName>style.visibility</p:attrName>
                                        </p:attrNameLst>
                                      </p:cBhvr>
                                      <p:to>
                                        <p:strVal val="visible"/>
                                      </p:to>
                                    </p:set>
                                    <p:anim calcmode="lin" valueType="num">
                                      <p:cBhvr>
                                        <p:cTn id="14" dur="2000">
                                          <p:stCondLst>
                                            <p:cond delay="0"/>
                                          </p:stCondLst>
                                        </p:cTn>
                                        <p:tgtEl>
                                          <p:spTgt spid="10"/>
                                        </p:tgtEl>
                                        <p:attrNameLst>
                                          <p:attrName>ppt_w</p:attrName>
                                        </p:attrNameLst>
                                      </p:cBhvr>
                                      <p:tavLst>
                                        <p:tav tm="0">
                                          <p:val>
                                            <p:strVal val="0"/>
                                          </p:val>
                                        </p:tav>
                                        <p:tav tm="100000">
                                          <p:val>
                                            <p:strVal val="#ppt_w"/>
                                          </p:val>
                                        </p:tav>
                                      </p:tavLst>
                                    </p:anim>
                                    <p:anim calcmode="lin" valueType="num">
                                      <p:cBhvr>
                                        <p:cTn id="15" dur="2000">
                                          <p:stCondLst>
                                            <p:cond delay="0"/>
                                          </p:stCondLst>
                                        </p:cTn>
                                        <p:tgtEl>
                                          <p:spTgt spid="10"/>
                                        </p:tgtEl>
                                        <p:attrNameLst>
                                          <p:attrName>ppt_h</p:attrName>
                                        </p:attrNameLst>
                                      </p:cBhvr>
                                      <p:tavLst>
                                        <p:tav tm="0">
                                          <p:val>
                                            <p:strVal val="0"/>
                                          </p:val>
                                        </p:tav>
                                        <p:tav tm="100000">
                                          <p:val>
                                            <p:strVal val="#ppt_h"/>
                                          </p:val>
                                        </p:tav>
                                      </p:tavLst>
                                    </p:anim>
                                    <p:animEffect transition="in" filter="fade">
                                      <p:cBhvr>
                                        <p:cTn id="16" dur="2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000" fill="hold">
                                          <p:stCondLst>
                                            <p:cond delay="0"/>
                                          </p:stCondLst>
                                        </p:cTn>
                                        <p:tgtEl>
                                          <p:spTgt spid="11"/>
                                        </p:tgtEl>
                                        <p:attrNameLst>
                                          <p:attrName>style.visibility</p:attrName>
                                        </p:attrNameLst>
                                      </p:cBhvr>
                                      <p:to>
                                        <p:strVal val="visible"/>
                                      </p:to>
                                    </p:set>
                                    <p:anim calcmode="lin" valueType="num">
                                      <p:cBhvr>
                                        <p:cTn id="21" dur="1000">
                                          <p:stCondLst>
                                            <p:cond delay="0"/>
                                          </p:stCondLst>
                                        </p:cTn>
                                        <p:tgtEl>
                                          <p:spTgt spid="11"/>
                                        </p:tgtEl>
                                        <p:attrNameLst>
                                          <p:attrName>ppt_w</p:attrName>
                                        </p:attrNameLst>
                                      </p:cBhvr>
                                      <p:tavLst>
                                        <p:tav tm="0">
                                          <p:val>
                                            <p:strVal val="0"/>
                                          </p:val>
                                        </p:tav>
                                        <p:tav tm="100000">
                                          <p:val>
                                            <p:strVal val="#ppt_w"/>
                                          </p:val>
                                        </p:tav>
                                      </p:tavLst>
                                    </p:anim>
                                    <p:anim calcmode="lin" valueType="num">
                                      <p:cBhvr>
                                        <p:cTn id="22" dur="1000">
                                          <p:stCondLst>
                                            <p:cond delay="0"/>
                                          </p:stCondLst>
                                        </p:cTn>
                                        <p:tgtEl>
                                          <p:spTgt spid="11"/>
                                        </p:tgtEl>
                                        <p:attrNameLst>
                                          <p:attrName>ppt_h</p:attrName>
                                        </p:attrNameLst>
                                      </p:cBhvr>
                                      <p:tavLst>
                                        <p:tav tm="0">
                                          <p:val>
                                            <p:strVal val="0"/>
                                          </p:val>
                                        </p:tav>
                                        <p:tav tm="100000">
                                          <p:val>
                                            <p:strVal val="#ppt_h"/>
                                          </p:val>
                                        </p:tav>
                                      </p:tavLst>
                                    </p:anim>
                                    <p:animEffect transition="in" filter="fade">
                                      <p:cBhvr>
                                        <p:cTn id="23"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nimBg="1"/>
      <p:bldP spid="11" grpId="0" autoUpdateAnimBg="0"/>
    </p:bldLst>
  </p:timing>
</p:sld>
</file>

<file path=ppt/theme/theme1.xml><?xml version="1.0" encoding="utf-8"?>
<a:theme xmlns:a="http://schemas.openxmlformats.org/drawingml/2006/main" name="Office Theme">
  <a:themeElements>
    <a:clrScheme name="Custom 28">
      <a:dk1>
        <a:srgbClr val="000000"/>
      </a:dk1>
      <a:lt1>
        <a:srgbClr val="FFFFFF"/>
      </a:lt1>
      <a:dk2>
        <a:srgbClr val="637052"/>
      </a:dk2>
      <a:lt2>
        <a:srgbClr val="CCDDEA"/>
      </a:lt2>
      <a:accent1>
        <a:srgbClr val="EADBD4"/>
      </a:accent1>
      <a:accent2>
        <a:srgbClr val="BD582C"/>
      </a:accent2>
      <a:accent3>
        <a:srgbClr val="865640"/>
      </a:accent3>
      <a:accent4>
        <a:srgbClr val="C5B598"/>
      </a:accent4>
      <a:accent5>
        <a:srgbClr val="F2F1E5"/>
      </a:accent5>
      <a:accent6>
        <a:srgbClr val="747F69"/>
      </a:accent6>
      <a:hlink>
        <a:srgbClr val="BD582C"/>
      </a:hlink>
      <a:folHlink>
        <a:srgbClr val="C5B598"/>
      </a:folHlink>
    </a:clrScheme>
    <a:fontScheme name="Custom 20">
      <a:majorFont>
        <a:latin typeface="Courgette"/>
        <a:ea typeface=""/>
        <a:cs typeface=""/>
      </a:majorFont>
      <a:minorFont>
        <a:latin typeface="Roboto"/>
        <a:ea typeface=""/>
        <a:cs typeface=""/>
      </a:minorFont>
    </a:fontScheme>
    <a:fmtScheme name="Offic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Custom 28">
      <a:dk1>
        <a:srgbClr val="000000"/>
      </a:dk1>
      <a:lt1>
        <a:srgbClr val="FFFFFF"/>
      </a:lt1>
      <a:dk2>
        <a:srgbClr val="637052"/>
      </a:dk2>
      <a:lt2>
        <a:srgbClr val="CCDDEA"/>
      </a:lt2>
      <a:accent1>
        <a:srgbClr val="EADBD4"/>
      </a:accent1>
      <a:accent2>
        <a:srgbClr val="BD582C"/>
      </a:accent2>
      <a:accent3>
        <a:srgbClr val="865640"/>
      </a:accent3>
      <a:accent4>
        <a:srgbClr val="C5B598"/>
      </a:accent4>
      <a:accent5>
        <a:srgbClr val="F2F1E5"/>
      </a:accent5>
      <a:accent6>
        <a:srgbClr val="747F69"/>
      </a:accent6>
      <a:hlink>
        <a:srgbClr val="BD582C"/>
      </a:hlink>
      <a:folHlink>
        <a:srgbClr val="C5B598"/>
      </a:folHlink>
    </a:clrScheme>
    <a:fontScheme name="Custom 20">
      <a:majorFont>
        <a:latin typeface="Courgette"/>
        <a:ea typeface=""/>
        <a:cs typeface=""/>
      </a:majorFont>
      <a:minorFont>
        <a:latin typeface="Roboto"/>
        <a:ea typeface=""/>
        <a:cs typeface=""/>
      </a:minorFont>
    </a:fontScheme>
    <a:fmtScheme name="Offic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829</Words>
  <Application>Microsoft Office PowerPoint</Application>
  <PresentationFormat>On-screen Show (16:9)</PresentationFormat>
  <Paragraphs>63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Oregano</vt:lpstr>
      <vt:lpstr>Lato</vt:lpstr>
      <vt:lpstr>Roboto</vt:lpstr>
      <vt:lpstr>Arvo</vt:lpstr>
      <vt:lpstr>Courgette</vt:lpstr>
      <vt:lpstr>Office Theme</vt:lpstr>
      <vt:lpstr>Organizational Communication VS interpersonal communication</vt:lpstr>
      <vt:lpstr> Organizational Communication</vt:lpstr>
      <vt:lpstr>PowerPoint Presentation</vt:lpstr>
      <vt:lpstr>PowerPoint Presentation</vt:lpstr>
      <vt:lpstr>PowerPoint Presentation</vt:lpstr>
      <vt:lpstr>PowerPoint Presentation</vt:lpstr>
      <vt:lpstr>PowerPoint Presentation</vt:lpstr>
      <vt:lpstr>Interpersonal Communication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asaad mansour</cp:lastModifiedBy>
  <cp:revision>2</cp:revision>
  <dcterms:created xsi:type="dcterms:W3CDTF">2025-11-06T14:18:57Z</dcterms:created>
  <dcterms:modified xsi:type="dcterms:W3CDTF">2025-11-07T17:46:57Z</dcterms:modified>
</cp:coreProperties>
</file>